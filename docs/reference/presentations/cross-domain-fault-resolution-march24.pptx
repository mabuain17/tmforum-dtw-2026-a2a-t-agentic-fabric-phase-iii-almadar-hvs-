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147483270" r:id="rId5"/>
    <p:sldId id="2147483299" r:id="rId6"/>
    <p:sldId id="2147483300" r:id="rId7"/>
    <p:sldId id="2147483304" r:id="rId8"/>
    <p:sldId id="2147483305" r:id="rId9"/>
    <p:sldId id="2147483306" r:id="rId10"/>
    <p:sldId id="2147483303" r:id="rId11"/>
    <p:sldId id="2147483274" r:id="rId12"/>
    <p:sldId id="214748329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vin McDonnell" initials="KM" lastIdx="1" clrIdx="0">
    <p:extLst>
      <p:ext uri="{19B8F6BF-5375-455C-9EA6-DF929625EA0E}">
        <p15:presenceInfo xmlns:p15="http://schemas.microsoft.com/office/powerpoint/2012/main" userId="S-1-5-21-147214757-305610072-1517763936-443746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AB75"/>
    <a:srgbClr val="980BD9"/>
    <a:srgbClr val="190750"/>
    <a:srgbClr val="75B3D8"/>
    <a:srgbClr val="1A2A3A"/>
    <a:srgbClr val="5080A0"/>
    <a:srgbClr val="FEEAB4"/>
    <a:srgbClr val="E2003C"/>
    <a:srgbClr val="E7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566E3-2137-4C51-9AE8-292E7BE60D11}" v="63" dt="2026-03-26T06:57:45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val Stein" userId="8d4282b5-8a4c-4e66-97a1-a7af4f4232ae" providerId="ADAL" clId="{46D6A179-00B3-4363-9EEB-469A24759780}"/>
    <pc:docChg chg="undo custSel addSld delSld modSld">
      <pc:chgData name="Yuval Stein" userId="8d4282b5-8a4c-4e66-97a1-a7af4f4232ae" providerId="ADAL" clId="{46D6A179-00B3-4363-9EEB-469A24759780}" dt="2026-03-26T07:00:23.369" v="3112" actId="1076"/>
      <pc:docMkLst>
        <pc:docMk/>
      </pc:docMkLst>
      <pc:sldChg chg="del">
        <pc:chgData name="Yuval Stein" userId="8d4282b5-8a4c-4e66-97a1-a7af4f4232ae" providerId="ADAL" clId="{46D6A179-00B3-4363-9EEB-469A24759780}" dt="2026-03-24T12:51:33.080" v="1" actId="47"/>
        <pc:sldMkLst>
          <pc:docMk/>
          <pc:sldMk cId="1617439773" sldId="2147483301"/>
        </pc:sldMkLst>
      </pc:sldChg>
      <pc:sldChg chg="modSp del mod modShow">
        <pc:chgData name="Yuval Stein" userId="8d4282b5-8a4c-4e66-97a1-a7af4f4232ae" providerId="ADAL" clId="{46D6A179-00B3-4363-9EEB-469A24759780}" dt="2026-03-26T06:12:27.442" v="1740" actId="47"/>
        <pc:sldMkLst>
          <pc:docMk/>
          <pc:sldMk cId="1292563696" sldId="2147483302"/>
        </pc:sldMkLst>
      </pc:sldChg>
      <pc:sldChg chg="addSp modSp mod">
        <pc:chgData name="Yuval Stein" userId="8d4282b5-8a4c-4e66-97a1-a7af4f4232ae" providerId="ADAL" clId="{46D6A179-00B3-4363-9EEB-469A24759780}" dt="2026-03-26T06:52:55.820" v="2831" actId="20577"/>
        <pc:sldMkLst>
          <pc:docMk/>
          <pc:sldMk cId="1610459278" sldId="2147483303"/>
        </pc:sldMkLst>
        <pc:spChg chg="mod">
          <ac:chgData name="Yuval Stein" userId="8d4282b5-8a4c-4e66-97a1-a7af4f4232ae" providerId="ADAL" clId="{46D6A179-00B3-4363-9EEB-469A24759780}" dt="2026-03-26T06:52:55.820" v="2831" actId="20577"/>
          <ac:spMkLst>
            <pc:docMk/>
            <pc:sldMk cId="1610459278" sldId="2147483303"/>
            <ac:spMk id="2" creationId="{CC395A85-FEF1-F794-AD11-355FBC7D5EA3}"/>
          </ac:spMkLst>
        </pc:spChg>
        <pc:graphicFrameChg chg="add mod">
          <ac:chgData name="Yuval Stein" userId="8d4282b5-8a4c-4e66-97a1-a7af4f4232ae" providerId="ADAL" clId="{46D6A179-00B3-4363-9EEB-469A24759780}" dt="2026-03-26T06:51:53.907" v="2812"/>
          <ac:graphicFrameMkLst>
            <pc:docMk/>
            <pc:sldMk cId="1610459278" sldId="2147483303"/>
            <ac:graphicFrameMk id="3" creationId="{AA91B879-5E49-A4BE-1A66-394A62DBA934}"/>
          </ac:graphicFrameMkLst>
        </pc:graphicFrameChg>
      </pc:sldChg>
      <pc:sldChg chg="modSp add mod">
        <pc:chgData name="Yuval Stein" userId="8d4282b5-8a4c-4e66-97a1-a7af4f4232ae" providerId="ADAL" clId="{46D6A179-00B3-4363-9EEB-469A24759780}" dt="2026-03-26T06:59:08.141" v="3110" actId="1038"/>
        <pc:sldMkLst>
          <pc:docMk/>
          <pc:sldMk cId="3365691792" sldId="2147483304"/>
        </pc:sldMkLst>
        <pc:spChg chg="mod">
          <ac:chgData name="Yuval Stein" userId="8d4282b5-8a4c-4e66-97a1-a7af4f4232ae" providerId="ADAL" clId="{46D6A179-00B3-4363-9EEB-469A24759780}" dt="2026-03-26T06:17:00.292" v="1837" actId="20577"/>
          <ac:spMkLst>
            <pc:docMk/>
            <pc:sldMk cId="3365691792" sldId="2147483304"/>
            <ac:spMk id="2" creationId="{FED58C69-81CB-F8FF-0477-1AAE8DEC364C}"/>
          </ac:spMkLst>
        </pc:spChg>
        <pc:spChg chg="mod">
          <ac:chgData name="Yuval Stein" userId="8d4282b5-8a4c-4e66-97a1-a7af4f4232ae" providerId="ADAL" clId="{46D6A179-00B3-4363-9EEB-469A24759780}" dt="2026-03-26T06:59:08.141" v="3110" actId="1038"/>
          <ac:spMkLst>
            <pc:docMk/>
            <pc:sldMk cId="3365691792" sldId="2147483304"/>
            <ac:spMk id="21" creationId="{93FAAFDD-218D-8AD8-49D7-6A8CD1763462}"/>
          </ac:spMkLst>
        </pc:spChg>
        <pc:spChg chg="mod">
          <ac:chgData name="Yuval Stein" userId="8d4282b5-8a4c-4e66-97a1-a7af4f4232ae" providerId="ADAL" clId="{46D6A179-00B3-4363-9EEB-469A24759780}" dt="2026-03-26T06:59:08.141" v="3110" actId="1038"/>
          <ac:spMkLst>
            <pc:docMk/>
            <pc:sldMk cId="3365691792" sldId="2147483304"/>
            <ac:spMk id="23" creationId="{F1818326-024C-C538-218A-ABFD53EC03EA}"/>
          </ac:spMkLst>
        </pc:spChg>
        <pc:spChg chg="mod">
          <ac:chgData name="Yuval Stein" userId="8d4282b5-8a4c-4e66-97a1-a7af4f4232ae" providerId="ADAL" clId="{46D6A179-00B3-4363-9EEB-469A24759780}" dt="2026-03-26T06:59:08.141" v="3110" actId="1038"/>
          <ac:spMkLst>
            <pc:docMk/>
            <pc:sldMk cId="3365691792" sldId="2147483304"/>
            <ac:spMk id="25" creationId="{4F2901BD-0E5C-BC75-02C0-7BE47AC94E80}"/>
          </ac:spMkLst>
        </pc:spChg>
        <pc:spChg chg="mod">
          <ac:chgData name="Yuval Stein" userId="8d4282b5-8a4c-4e66-97a1-a7af4f4232ae" providerId="ADAL" clId="{46D6A179-00B3-4363-9EEB-469A24759780}" dt="2026-03-24T12:51:55.544" v="20" actId="20577"/>
          <ac:spMkLst>
            <pc:docMk/>
            <pc:sldMk cId="3365691792" sldId="2147483304"/>
            <ac:spMk id="29" creationId="{6A2FD4F3-4FCB-DBB8-9827-7E0A4F2DE63E}"/>
          </ac:spMkLst>
        </pc:spChg>
        <pc:picChg chg="mod">
          <ac:chgData name="Yuval Stein" userId="8d4282b5-8a4c-4e66-97a1-a7af4f4232ae" providerId="ADAL" clId="{46D6A179-00B3-4363-9EEB-469A24759780}" dt="2026-03-26T06:59:08.141" v="3110" actId="1038"/>
          <ac:picMkLst>
            <pc:docMk/>
            <pc:sldMk cId="3365691792" sldId="2147483304"/>
            <ac:picMk id="9" creationId="{43841682-5E14-DE18-9394-E8DEFA6E9666}"/>
          </ac:picMkLst>
        </pc:picChg>
        <pc:picChg chg="mod">
          <ac:chgData name="Yuval Stein" userId="8d4282b5-8a4c-4e66-97a1-a7af4f4232ae" providerId="ADAL" clId="{46D6A179-00B3-4363-9EEB-469A24759780}" dt="2026-03-26T06:59:08.141" v="3110" actId="1038"/>
          <ac:picMkLst>
            <pc:docMk/>
            <pc:sldMk cId="3365691792" sldId="2147483304"/>
            <ac:picMk id="11" creationId="{E24F9D84-B554-E6B0-1171-8675CC1BF8E7}"/>
          </ac:picMkLst>
        </pc:picChg>
        <pc:picChg chg="mod">
          <ac:chgData name="Yuval Stein" userId="8d4282b5-8a4c-4e66-97a1-a7af4f4232ae" providerId="ADAL" clId="{46D6A179-00B3-4363-9EEB-469A24759780}" dt="2026-03-26T06:59:08.141" v="3110" actId="1038"/>
          <ac:picMkLst>
            <pc:docMk/>
            <pc:sldMk cId="3365691792" sldId="2147483304"/>
            <ac:picMk id="20" creationId="{E6EC0CFE-8B69-1D4A-80A1-EA1F0E0F5E43}"/>
          </ac:picMkLst>
        </pc:picChg>
        <pc:picChg chg="mod">
          <ac:chgData name="Yuval Stein" userId="8d4282b5-8a4c-4e66-97a1-a7af4f4232ae" providerId="ADAL" clId="{46D6A179-00B3-4363-9EEB-469A24759780}" dt="2026-03-26T06:59:08.141" v="3110" actId="1038"/>
          <ac:picMkLst>
            <pc:docMk/>
            <pc:sldMk cId="3365691792" sldId="2147483304"/>
            <ac:picMk id="22" creationId="{85FEFF9E-BA19-0244-2B68-0F53D840F19A}"/>
          </ac:picMkLst>
        </pc:picChg>
        <pc:picChg chg="mod">
          <ac:chgData name="Yuval Stein" userId="8d4282b5-8a4c-4e66-97a1-a7af4f4232ae" providerId="ADAL" clId="{46D6A179-00B3-4363-9EEB-469A24759780}" dt="2026-03-26T06:59:08.141" v="3110" actId="1038"/>
          <ac:picMkLst>
            <pc:docMk/>
            <pc:sldMk cId="3365691792" sldId="2147483304"/>
            <ac:picMk id="24" creationId="{A6D4BBD9-DB1B-9433-29CC-18AA0119F914}"/>
          </ac:picMkLst>
        </pc:picChg>
        <pc:picChg chg="mod">
          <ac:chgData name="Yuval Stein" userId="8d4282b5-8a4c-4e66-97a1-a7af4f4232ae" providerId="ADAL" clId="{46D6A179-00B3-4363-9EEB-469A24759780}" dt="2026-03-26T06:59:08.141" v="3110" actId="1038"/>
          <ac:picMkLst>
            <pc:docMk/>
            <pc:sldMk cId="3365691792" sldId="2147483304"/>
            <ac:picMk id="39" creationId="{0FA9A078-1ED5-DB86-CA86-0AD746D317B2}"/>
          </ac:picMkLst>
        </pc:picChg>
      </pc:sldChg>
      <pc:sldChg chg="addSp delSp modSp add mod">
        <pc:chgData name="Yuval Stein" userId="8d4282b5-8a4c-4e66-97a1-a7af4f4232ae" providerId="ADAL" clId="{46D6A179-00B3-4363-9EEB-469A24759780}" dt="2026-03-26T06:55:21.379" v="2851" actId="20577"/>
        <pc:sldMkLst>
          <pc:docMk/>
          <pc:sldMk cId="2642466986" sldId="2147483305"/>
        </pc:sldMkLst>
        <pc:spChg chg="mod">
          <ac:chgData name="Yuval Stein" userId="8d4282b5-8a4c-4e66-97a1-a7af4f4232ae" providerId="ADAL" clId="{46D6A179-00B3-4363-9EEB-469A24759780}" dt="2026-03-26T05:49:23.033" v="858" actId="1076"/>
          <ac:spMkLst>
            <pc:docMk/>
            <pc:sldMk cId="2642466986" sldId="2147483305"/>
            <ac:spMk id="2" creationId="{19AAFCFC-6576-EDCC-0D65-9E037E7CE67F}"/>
          </ac:spMkLst>
        </pc:spChg>
        <pc:spChg chg="mod">
          <ac:chgData name="Yuval Stein" userId="8d4282b5-8a4c-4e66-97a1-a7af4f4232ae" providerId="ADAL" clId="{46D6A179-00B3-4363-9EEB-469A24759780}" dt="2026-03-26T05:36:02.732" v="354" actId="14100"/>
          <ac:spMkLst>
            <pc:docMk/>
            <pc:sldMk cId="2642466986" sldId="2147483305"/>
            <ac:spMk id="3" creationId="{93E4BFB3-A8D6-DA2E-192E-9721E667FE70}"/>
          </ac:spMkLst>
        </pc:spChg>
        <pc:spChg chg="mod">
          <ac:chgData name="Yuval Stein" userId="8d4282b5-8a4c-4e66-97a1-a7af4f4232ae" providerId="ADAL" clId="{46D6A179-00B3-4363-9EEB-469A24759780}" dt="2026-03-25T15:27:45.277" v="180" actId="1035"/>
          <ac:spMkLst>
            <pc:docMk/>
            <pc:sldMk cId="2642466986" sldId="2147483305"/>
            <ac:spMk id="5" creationId="{5E8CDD0F-9A98-023F-CF05-68555029E4F0}"/>
          </ac:spMkLst>
        </pc:spChg>
        <pc:spChg chg="del">
          <ac:chgData name="Yuval Stein" userId="8d4282b5-8a4c-4e66-97a1-a7af4f4232ae" providerId="ADAL" clId="{46D6A179-00B3-4363-9EEB-469A24759780}" dt="2026-03-25T15:27:33.715" v="137" actId="478"/>
          <ac:spMkLst>
            <pc:docMk/>
            <pc:sldMk cId="2642466986" sldId="2147483305"/>
            <ac:spMk id="6" creationId="{FC566BBE-5D28-546D-2872-4C82D41396B3}"/>
          </ac:spMkLst>
        </pc:spChg>
        <pc:spChg chg="del">
          <ac:chgData name="Yuval Stein" userId="8d4282b5-8a4c-4e66-97a1-a7af4f4232ae" providerId="ADAL" clId="{46D6A179-00B3-4363-9EEB-469A24759780}" dt="2026-03-25T15:27:33.715" v="137" actId="478"/>
          <ac:spMkLst>
            <pc:docMk/>
            <pc:sldMk cId="2642466986" sldId="2147483305"/>
            <ac:spMk id="7" creationId="{66CD1A7C-EA0B-2C34-B4F3-53F20E2F97CF}"/>
          </ac:spMkLst>
        </pc:spChg>
        <pc:spChg chg="mod">
          <ac:chgData name="Yuval Stein" userId="8d4282b5-8a4c-4e66-97a1-a7af4f4232ae" providerId="ADAL" clId="{46D6A179-00B3-4363-9EEB-469A24759780}" dt="2026-03-25T15:28:50.780" v="197" actId="20577"/>
          <ac:spMkLst>
            <pc:docMk/>
            <pc:sldMk cId="2642466986" sldId="2147483305"/>
            <ac:spMk id="8" creationId="{70DE0F61-B264-9AAD-72F0-BF0DEC7BE567}"/>
          </ac:spMkLst>
        </pc:spChg>
        <pc:spChg chg="mod">
          <ac:chgData name="Yuval Stein" userId="8d4282b5-8a4c-4e66-97a1-a7af4f4232ae" providerId="ADAL" clId="{46D6A179-00B3-4363-9EEB-469A24759780}" dt="2026-03-26T05:49:37.108" v="860" actId="14100"/>
          <ac:spMkLst>
            <pc:docMk/>
            <pc:sldMk cId="2642466986" sldId="2147483305"/>
            <ac:spMk id="10" creationId="{30B90CF6-0690-7417-EB20-8B8BDB7F46CD}"/>
          </ac:spMkLst>
        </pc:spChg>
        <pc:spChg chg="mod">
          <ac:chgData name="Yuval Stein" userId="8d4282b5-8a4c-4e66-97a1-a7af4f4232ae" providerId="ADAL" clId="{46D6A179-00B3-4363-9EEB-469A24759780}" dt="2026-03-26T06:15:03.989" v="1832" actId="20577"/>
          <ac:spMkLst>
            <pc:docMk/>
            <pc:sldMk cId="2642466986" sldId="2147483305"/>
            <ac:spMk id="12" creationId="{A8908364-4DC9-DF1A-136F-B3F98AE393F6}"/>
          </ac:spMkLst>
        </pc:spChg>
        <pc:spChg chg="del mod">
          <ac:chgData name="Yuval Stein" userId="8d4282b5-8a4c-4e66-97a1-a7af4f4232ae" providerId="ADAL" clId="{46D6A179-00B3-4363-9EEB-469A24759780}" dt="2026-03-26T05:48:03.775" v="714" actId="478"/>
          <ac:spMkLst>
            <pc:docMk/>
            <pc:sldMk cId="2642466986" sldId="2147483305"/>
            <ac:spMk id="13" creationId="{2D392CFF-6C73-699E-5CF3-6DDFBD166790}"/>
          </ac:spMkLst>
        </pc:spChg>
        <pc:spChg chg="mod">
          <ac:chgData name="Yuval Stein" userId="8d4282b5-8a4c-4e66-97a1-a7af4f4232ae" providerId="ADAL" clId="{46D6A179-00B3-4363-9EEB-469A24759780}" dt="2026-03-26T05:43:40.834" v="436" actId="1076"/>
          <ac:spMkLst>
            <pc:docMk/>
            <pc:sldMk cId="2642466986" sldId="2147483305"/>
            <ac:spMk id="15" creationId="{BF89F7F6-03B6-2613-30B4-0ECC94114383}"/>
          </ac:spMkLst>
        </pc:spChg>
        <pc:spChg chg="del mod">
          <ac:chgData name="Yuval Stein" userId="8d4282b5-8a4c-4e66-97a1-a7af4f4232ae" providerId="ADAL" clId="{46D6A179-00B3-4363-9EEB-469A24759780}" dt="2026-03-26T05:53:55.807" v="1252" actId="478"/>
          <ac:spMkLst>
            <pc:docMk/>
            <pc:sldMk cId="2642466986" sldId="2147483305"/>
            <ac:spMk id="17" creationId="{7F8008F2-DA55-EAF5-8AE0-0EE0A5C1B094}"/>
          </ac:spMkLst>
        </pc:spChg>
        <pc:spChg chg="del mod">
          <ac:chgData name="Yuval Stein" userId="8d4282b5-8a4c-4e66-97a1-a7af4f4232ae" providerId="ADAL" clId="{46D6A179-00B3-4363-9EEB-469A24759780}" dt="2026-03-26T05:48:03.775" v="714" actId="478"/>
          <ac:spMkLst>
            <pc:docMk/>
            <pc:sldMk cId="2642466986" sldId="2147483305"/>
            <ac:spMk id="19" creationId="{541B76F7-4272-81EF-1824-292485ED9689}"/>
          </ac:spMkLst>
        </pc:spChg>
        <pc:spChg chg="mod">
          <ac:chgData name="Yuval Stein" userId="8d4282b5-8a4c-4e66-97a1-a7af4f4232ae" providerId="ADAL" clId="{46D6A179-00B3-4363-9EEB-469A24759780}" dt="2026-03-26T05:35:08.401" v="316" actId="1036"/>
          <ac:spMkLst>
            <pc:docMk/>
            <pc:sldMk cId="2642466986" sldId="2147483305"/>
            <ac:spMk id="21" creationId="{D39C8999-AB6B-0DFD-DB9C-A02AA97B1C60}"/>
          </ac:spMkLst>
        </pc:spChg>
        <pc:spChg chg="mod">
          <ac:chgData name="Yuval Stein" userId="8d4282b5-8a4c-4e66-97a1-a7af4f4232ae" providerId="ADAL" clId="{46D6A179-00B3-4363-9EEB-469A24759780}" dt="2026-03-26T05:35:08.401" v="316" actId="1036"/>
          <ac:spMkLst>
            <pc:docMk/>
            <pc:sldMk cId="2642466986" sldId="2147483305"/>
            <ac:spMk id="23" creationId="{0E14ACD6-F1DC-6176-7714-766362F3BDDE}"/>
          </ac:spMkLst>
        </pc:spChg>
        <pc:spChg chg="mod">
          <ac:chgData name="Yuval Stein" userId="8d4282b5-8a4c-4e66-97a1-a7af4f4232ae" providerId="ADAL" clId="{46D6A179-00B3-4363-9EEB-469A24759780}" dt="2026-03-26T06:55:16.525" v="2849" actId="1076"/>
          <ac:spMkLst>
            <pc:docMk/>
            <pc:sldMk cId="2642466986" sldId="2147483305"/>
            <ac:spMk id="25" creationId="{BC00B64E-E6CA-F88B-9752-F3CA18669C3E}"/>
          </ac:spMkLst>
        </pc:spChg>
        <pc:spChg chg="del">
          <ac:chgData name="Yuval Stein" userId="8d4282b5-8a4c-4e66-97a1-a7af4f4232ae" providerId="ADAL" clId="{46D6A179-00B3-4363-9EEB-469A24759780}" dt="2026-03-25T15:27:33.715" v="137" actId="478"/>
          <ac:spMkLst>
            <pc:docMk/>
            <pc:sldMk cId="2642466986" sldId="2147483305"/>
            <ac:spMk id="29" creationId="{D0B019F1-732C-8362-F710-F82A31DA6B21}"/>
          </ac:spMkLst>
        </pc:spChg>
        <pc:spChg chg="del">
          <ac:chgData name="Yuval Stein" userId="8d4282b5-8a4c-4e66-97a1-a7af4f4232ae" providerId="ADAL" clId="{46D6A179-00B3-4363-9EEB-469A24759780}" dt="2026-03-25T15:27:33.715" v="137" actId="478"/>
          <ac:spMkLst>
            <pc:docMk/>
            <pc:sldMk cId="2642466986" sldId="2147483305"/>
            <ac:spMk id="31" creationId="{6DD7F150-B04E-D61B-85FC-15B1EB0A1343}"/>
          </ac:spMkLst>
        </pc:spChg>
        <pc:spChg chg="mod">
          <ac:chgData name="Yuval Stein" userId="8d4282b5-8a4c-4e66-97a1-a7af4f4232ae" providerId="ADAL" clId="{46D6A179-00B3-4363-9EEB-469A24759780}" dt="2026-03-26T05:35:51.680" v="353" actId="1038"/>
          <ac:spMkLst>
            <pc:docMk/>
            <pc:sldMk cId="2642466986" sldId="2147483305"/>
            <ac:spMk id="33" creationId="{AC93AA4C-5ACB-391B-68C9-6783B08FF558}"/>
          </ac:spMkLst>
        </pc:spChg>
        <pc:spChg chg="del">
          <ac:chgData name="Yuval Stein" userId="8d4282b5-8a4c-4e66-97a1-a7af4f4232ae" providerId="ADAL" clId="{46D6A179-00B3-4363-9EEB-469A24759780}" dt="2026-03-25T15:27:33.715" v="137" actId="478"/>
          <ac:spMkLst>
            <pc:docMk/>
            <pc:sldMk cId="2642466986" sldId="2147483305"/>
            <ac:spMk id="36" creationId="{26DC0949-75BC-A9D9-538D-39BE1B18358D}"/>
          </ac:spMkLst>
        </pc:spChg>
        <pc:spChg chg="del">
          <ac:chgData name="Yuval Stein" userId="8d4282b5-8a4c-4e66-97a1-a7af4f4232ae" providerId="ADAL" clId="{46D6A179-00B3-4363-9EEB-469A24759780}" dt="2026-03-25T15:27:33.715" v="137" actId="478"/>
          <ac:spMkLst>
            <pc:docMk/>
            <pc:sldMk cId="2642466986" sldId="2147483305"/>
            <ac:spMk id="37" creationId="{4C5F65E1-BD11-AA26-3332-11DE90B38DE8}"/>
          </ac:spMkLst>
        </pc:spChg>
        <pc:spChg chg="add mod">
          <ac:chgData name="Yuval Stein" userId="8d4282b5-8a4c-4e66-97a1-a7af4f4232ae" providerId="ADAL" clId="{46D6A179-00B3-4363-9EEB-469A24759780}" dt="2026-03-26T05:49:32.698" v="859" actId="1076"/>
          <ac:spMkLst>
            <pc:docMk/>
            <pc:sldMk cId="2642466986" sldId="2147483305"/>
            <ac:spMk id="47" creationId="{1B179250-73CF-123A-4303-63D9EF25796B}"/>
          </ac:spMkLst>
        </pc:spChg>
        <pc:spChg chg="add del mod">
          <ac:chgData name="Yuval Stein" userId="8d4282b5-8a4c-4e66-97a1-a7af4f4232ae" providerId="ADAL" clId="{46D6A179-00B3-4363-9EEB-469A24759780}" dt="2026-03-26T05:45:57.719" v="577" actId="478"/>
          <ac:spMkLst>
            <pc:docMk/>
            <pc:sldMk cId="2642466986" sldId="2147483305"/>
            <ac:spMk id="48" creationId="{F772C6F7-E025-69CB-C412-1BFFF7B50D34}"/>
          </ac:spMkLst>
        </pc:spChg>
        <pc:spChg chg="add mod">
          <ac:chgData name="Yuval Stein" userId="8d4282b5-8a4c-4e66-97a1-a7af4f4232ae" providerId="ADAL" clId="{46D6A179-00B3-4363-9EEB-469A24759780}" dt="2026-03-26T05:48:57.618" v="854" actId="14100"/>
          <ac:spMkLst>
            <pc:docMk/>
            <pc:sldMk cId="2642466986" sldId="2147483305"/>
            <ac:spMk id="49" creationId="{5D6326B0-0AC3-2FDD-03AF-B0CA30E201F5}"/>
          </ac:spMkLst>
        </pc:spChg>
        <pc:spChg chg="add mod">
          <ac:chgData name="Yuval Stein" userId="8d4282b5-8a4c-4e66-97a1-a7af4f4232ae" providerId="ADAL" clId="{46D6A179-00B3-4363-9EEB-469A24759780}" dt="2026-03-26T05:49:32.698" v="859" actId="1076"/>
          <ac:spMkLst>
            <pc:docMk/>
            <pc:sldMk cId="2642466986" sldId="2147483305"/>
            <ac:spMk id="50" creationId="{1F8E6C6B-CC39-F984-D614-F56AF36DC852}"/>
          </ac:spMkLst>
        </pc:spChg>
        <pc:spChg chg="add del mod">
          <ac:chgData name="Yuval Stein" userId="8d4282b5-8a4c-4e66-97a1-a7af4f4232ae" providerId="ADAL" clId="{46D6A179-00B3-4363-9EEB-469A24759780}" dt="2026-03-26T05:49:43.632" v="861" actId="478"/>
          <ac:spMkLst>
            <pc:docMk/>
            <pc:sldMk cId="2642466986" sldId="2147483305"/>
            <ac:spMk id="51" creationId="{07CEB29F-49BB-C2BF-267A-81B69349164C}"/>
          </ac:spMkLst>
        </pc:spChg>
        <pc:spChg chg="add del mod">
          <ac:chgData name="Yuval Stein" userId="8d4282b5-8a4c-4e66-97a1-a7af4f4232ae" providerId="ADAL" clId="{46D6A179-00B3-4363-9EEB-469A24759780}" dt="2026-03-26T05:49:43.632" v="861" actId="478"/>
          <ac:spMkLst>
            <pc:docMk/>
            <pc:sldMk cId="2642466986" sldId="2147483305"/>
            <ac:spMk id="52" creationId="{5F8D8923-C6CE-935F-E672-70E3E4A79037}"/>
          </ac:spMkLst>
        </pc:spChg>
        <pc:spChg chg="add del mod">
          <ac:chgData name="Yuval Stein" userId="8d4282b5-8a4c-4e66-97a1-a7af4f4232ae" providerId="ADAL" clId="{46D6A179-00B3-4363-9EEB-469A24759780}" dt="2026-03-26T05:49:43.632" v="861" actId="478"/>
          <ac:spMkLst>
            <pc:docMk/>
            <pc:sldMk cId="2642466986" sldId="2147483305"/>
            <ac:spMk id="53" creationId="{AFD37517-70D3-19E4-9920-0E76F0CC23B7}"/>
          </ac:spMkLst>
        </pc:spChg>
        <pc:spChg chg="add del mod">
          <ac:chgData name="Yuval Stein" userId="8d4282b5-8a4c-4e66-97a1-a7af4f4232ae" providerId="ADAL" clId="{46D6A179-00B3-4363-9EEB-469A24759780}" dt="2026-03-26T05:49:43.632" v="861" actId="478"/>
          <ac:spMkLst>
            <pc:docMk/>
            <pc:sldMk cId="2642466986" sldId="2147483305"/>
            <ac:spMk id="54" creationId="{1A24978E-EBF7-9EFE-1E61-294D0DDED3B0}"/>
          </ac:spMkLst>
        </pc:spChg>
        <pc:spChg chg="add del mod">
          <ac:chgData name="Yuval Stein" userId="8d4282b5-8a4c-4e66-97a1-a7af4f4232ae" providerId="ADAL" clId="{46D6A179-00B3-4363-9EEB-469A24759780}" dt="2026-03-26T05:49:43.632" v="861" actId="478"/>
          <ac:spMkLst>
            <pc:docMk/>
            <pc:sldMk cId="2642466986" sldId="2147483305"/>
            <ac:spMk id="55" creationId="{5C4AA394-33AA-BA69-A3C5-E14DC186C9FE}"/>
          </ac:spMkLst>
        </pc:spChg>
        <pc:spChg chg="add del mod">
          <ac:chgData name="Yuval Stein" userId="8d4282b5-8a4c-4e66-97a1-a7af4f4232ae" providerId="ADAL" clId="{46D6A179-00B3-4363-9EEB-469A24759780}" dt="2026-03-26T05:49:43.632" v="861" actId="478"/>
          <ac:spMkLst>
            <pc:docMk/>
            <pc:sldMk cId="2642466986" sldId="2147483305"/>
            <ac:spMk id="56" creationId="{7F9593BF-F677-63C5-129E-5D127EDC1819}"/>
          </ac:spMkLst>
        </pc:spChg>
        <pc:spChg chg="add del mod">
          <ac:chgData name="Yuval Stein" userId="8d4282b5-8a4c-4e66-97a1-a7af4f4232ae" providerId="ADAL" clId="{46D6A179-00B3-4363-9EEB-469A24759780}" dt="2026-03-26T05:49:43.632" v="861" actId="478"/>
          <ac:spMkLst>
            <pc:docMk/>
            <pc:sldMk cId="2642466986" sldId="2147483305"/>
            <ac:spMk id="57" creationId="{D5B7B29F-9789-B948-9C4D-7974CCDF0EE9}"/>
          </ac:spMkLst>
        </pc:spChg>
        <pc:spChg chg="add del mod">
          <ac:chgData name="Yuval Stein" userId="8d4282b5-8a4c-4e66-97a1-a7af4f4232ae" providerId="ADAL" clId="{46D6A179-00B3-4363-9EEB-469A24759780}" dt="2026-03-26T05:49:43.632" v="861" actId="478"/>
          <ac:spMkLst>
            <pc:docMk/>
            <pc:sldMk cId="2642466986" sldId="2147483305"/>
            <ac:spMk id="58" creationId="{6B3F10D9-F82D-007F-012A-EA8D7DAA8271}"/>
          </ac:spMkLst>
        </pc:spChg>
        <pc:spChg chg="add del mod">
          <ac:chgData name="Yuval Stein" userId="8d4282b5-8a4c-4e66-97a1-a7af4f4232ae" providerId="ADAL" clId="{46D6A179-00B3-4363-9EEB-469A24759780}" dt="2026-03-26T05:49:43.632" v="861" actId="478"/>
          <ac:spMkLst>
            <pc:docMk/>
            <pc:sldMk cId="2642466986" sldId="2147483305"/>
            <ac:spMk id="59" creationId="{BAD5441D-49FC-D134-05BD-E14BB790AC05}"/>
          </ac:spMkLst>
        </pc:spChg>
        <pc:spChg chg="add del mod">
          <ac:chgData name="Yuval Stein" userId="8d4282b5-8a4c-4e66-97a1-a7af4f4232ae" providerId="ADAL" clId="{46D6A179-00B3-4363-9EEB-469A24759780}" dt="2026-03-26T05:49:43.632" v="861" actId="478"/>
          <ac:spMkLst>
            <pc:docMk/>
            <pc:sldMk cId="2642466986" sldId="2147483305"/>
            <ac:spMk id="60" creationId="{5951E4A6-E4AD-2B79-0C4E-CC0B313488E3}"/>
          </ac:spMkLst>
        </pc:spChg>
        <pc:spChg chg="add mod">
          <ac:chgData name="Yuval Stein" userId="8d4282b5-8a4c-4e66-97a1-a7af4f4232ae" providerId="ADAL" clId="{46D6A179-00B3-4363-9EEB-469A24759780}" dt="2026-03-26T05:50:31.528" v="979" actId="20577"/>
          <ac:spMkLst>
            <pc:docMk/>
            <pc:sldMk cId="2642466986" sldId="2147483305"/>
            <ac:spMk id="61" creationId="{EEAF6D1B-BF17-E527-AD50-5EB592AAE353}"/>
          </ac:spMkLst>
        </pc:spChg>
        <pc:spChg chg="add mod">
          <ac:chgData name="Yuval Stein" userId="8d4282b5-8a4c-4e66-97a1-a7af4f4232ae" providerId="ADAL" clId="{46D6A179-00B3-4363-9EEB-469A24759780}" dt="2026-03-26T05:49:56.337" v="903" actId="1076"/>
          <ac:spMkLst>
            <pc:docMk/>
            <pc:sldMk cId="2642466986" sldId="2147483305"/>
            <ac:spMk id="62" creationId="{DDEA8382-1E35-7FE0-5FB0-BA082FC4E487}"/>
          </ac:spMkLst>
        </pc:spChg>
        <pc:spChg chg="add mod">
          <ac:chgData name="Yuval Stein" userId="8d4282b5-8a4c-4e66-97a1-a7af4f4232ae" providerId="ADAL" clId="{46D6A179-00B3-4363-9EEB-469A24759780}" dt="2026-03-26T05:49:56.337" v="903" actId="1076"/>
          <ac:spMkLst>
            <pc:docMk/>
            <pc:sldMk cId="2642466986" sldId="2147483305"/>
            <ac:spMk id="63" creationId="{8F4D4E46-844F-AD03-8A32-8BD74570D24C}"/>
          </ac:spMkLst>
        </pc:spChg>
        <pc:spChg chg="add mod">
          <ac:chgData name="Yuval Stein" userId="8d4282b5-8a4c-4e66-97a1-a7af4f4232ae" providerId="ADAL" clId="{46D6A179-00B3-4363-9EEB-469A24759780}" dt="2026-03-26T05:49:56.337" v="903" actId="1076"/>
          <ac:spMkLst>
            <pc:docMk/>
            <pc:sldMk cId="2642466986" sldId="2147483305"/>
            <ac:spMk id="64" creationId="{39C284CB-5BA7-DF92-A5FE-3955B8671DE5}"/>
          </ac:spMkLst>
        </pc:spChg>
        <pc:spChg chg="add mod">
          <ac:chgData name="Yuval Stein" userId="8d4282b5-8a4c-4e66-97a1-a7af4f4232ae" providerId="ADAL" clId="{46D6A179-00B3-4363-9EEB-469A24759780}" dt="2026-03-26T05:49:56.337" v="903" actId="1076"/>
          <ac:spMkLst>
            <pc:docMk/>
            <pc:sldMk cId="2642466986" sldId="2147483305"/>
            <ac:spMk id="65" creationId="{C601340F-23A8-DE9B-7866-DE856BF590A7}"/>
          </ac:spMkLst>
        </pc:spChg>
        <pc:spChg chg="add mod">
          <ac:chgData name="Yuval Stein" userId="8d4282b5-8a4c-4e66-97a1-a7af4f4232ae" providerId="ADAL" clId="{46D6A179-00B3-4363-9EEB-469A24759780}" dt="2026-03-26T05:50:20.992" v="973" actId="20577"/>
          <ac:spMkLst>
            <pc:docMk/>
            <pc:sldMk cId="2642466986" sldId="2147483305"/>
            <ac:spMk id="66" creationId="{BBF19C80-F04B-A030-BF69-876955F6CC7A}"/>
          </ac:spMkLst>
        </pc:spChg>
        <pc:spChg chg="add mod">
          <ac:chgData name="Yuval Stein" userId="8d4282b5-8a4c-4e66-97a1-a7af4f4232ae" providerId="ADAL" clId="{46D6A179-00B3-4363-9EEB-469A24759780}" dt="2026-03-26T05:50:06.004" v="970" actId="1076"/>
          <ac:spMkLst>
            <pc:docMk/>
            <pc:sldMk cId="2642466986" sldId="2147483305"/>
            <ac:spMk id="67" creationId="{EBB8740F-0338-24E7-9891-9899EAC2547B}"/>
          </ac:spMkLst>
        </pc:spChg>
        <pc:spChg chg="add mod">
          <ac:chgData name="Yuval Stein" userId="8d4282b5-8a4c-4e66-97a1-a7af4f4232ae" providerId="ADAL" clId="{46D6A179-00B3-4363-9EEB-469A24759780}" dt="2026-03-26T05:50:06.004" v="970" actId="1076"/>
          <ac:spMkLst>
            <pc:docMk/>
            <pc:sldMk cId="2642466986" sldId="2147483305"/>
            <ac:spMk id="68" creationId="{1900D042-FD08-2CBB-466E-B6EC87D640DB}"/>
          </ac:spMkLst>
        </pc:spChg>
        <pc:spChg chg="add mod">
          <ac:chgData name="Yuval Stein" userId="8d4282b5-8a4c-4e66-97a1-a7af4f4232ae" providerId="ADAL" clId="{46D6A179-00B3-4363-9EEB-469A24759780}" dt="2026-03-26T05:50:06.004" v="970" actId="1076"/>
          <ac:spMkLst>
            <pc:docMk/>
            <pc:sldMk cId="2642466986" sldId="2147483305"/>
            <ac:spMk id="69" creationId="{DABAFAF7-4367-68BB-3935-4D4BFEF3810B}"/>
          </ac:spMkLst>
        </pc:spChg>
        <pc:spChg chg="add mod">
          <ac:chgData name="Yuval Stein" userId="8d4282b5-8a4c-4e66-97a1-a7af4f4232ae" providerId="ADAL" clId="{46D6A179-00B3-4363-9EEB-469A24759780}" dt="2026-03-26T05:50:06.004" v="970" actId="1076"/>
          <ac:spMkLst>
            <pc:docMk/>
            <pc:sldMk cId="2642466986" sldId="2147483305"/>
            <ac:spMk id="70" creationId="{6F97F33A-3EAA-4DF0-EE05-D2306E0A75F0}"/>
          </ac:spMkLst>
        </pc:spChg>
        <pc:spChg chg="add mod">
          <ac:chgData name="Yuval Stein" userId="8d4282b5-8a4c-4e66-97a1-a7af4f4232ae" providerId="ADAL" clId="{46D6A179-00B3-4363-9EEB-469A24759780}" dt="2026-03-26T05:51:07.336" v="1040" actId="20577"/>
          <ac:spMkLst>
            <pc:docMk/>
            <pc:sldMk cId="2642466986" sldId="2147483305"/>
            <ac:spMk id="71" creationId="{AAFDF55D-9ED3-8D12-CCB5-D68488D2171C}"/>
          </ac:spMkLst>
        </pc:spChg>
        <pc:spChg chg="add del mod">
          <ac:chgData name="Yuval Stein" userId="8d4282b5-8a4c-4e66-97a1-a7af4f4232ae" providerId="ADAL" clId="{46D6A179-00B3-4363-9EEB-469A24759780}" dt="2026-03-26T05:51:29.287" v="1074" actId="478"/>
          <ac:spMkLst>
            <pc:docMk/>
            <pc:sldMk cId="2642466986" sldId="2147483305"/>
            <ac:spMk id="72" creationId="{5179F346-3481-AFA9-9CDA-7FD11B32D6D5}"/>
          </ac:spMkLst>
        </pc:spChg>
        <pc:spChg chg="add mod">
          <ac:chgData name="Yuval Stein" userId="8d4282b5-8a4c-4e66-97a1-a7af4f4232ae" providerId="ADAL" clId="{46D6A179-00B3-4363-9EEB-469A24759780}" dt="2026-03-26T06:04:49.397" v="1639" actId="1076"/>
          <ac:spMkLst>
            <pc:docMk/>
            <pc:sldMk cId="2642466986" sldId="2147483305"/>
            <ac:spMk id="73" creationId="{F65B497E-19A4-33CF-ED55-939D33A49DBC}"/>
          </ac:spMkLst>
        </pc:spChg>
        <pc:spChg chg="add mod">
          <ac:chgData name="Yuval Stein" userId="8d4282b5-8a4c-4e66-97a1-a7af4f4232ae" providerId="ADAL" clId="{46D6A179-00B3-4363-9EEB-469A24759780}" dt="2026-03-26T06:13:28.572" v="1809" actId="20577"/>
          <ac:spMkLst>
            <pc:docMk/>
            <pc:sldMk cId="2642466986" sldId="2147483305"/>
            <ac:spMk id="111" creationId="{B5FAC16C-6190-1ABA-4F30-EE2C888F4F23}"/>
          </ac:spMkLst>
        </pc:spChg>
        <pc:spChg chg="add del mod">
          <ac:chgData name="Yuval Stein" userId="8d4282b5-8a4c-4e66-97a1-a7af4f4232ae" providerId="ADAL" clId="{46D6A179-00B3-4363-9EEB-469A24759780}" dt="2026-03-26T06:54:51.377" v="2843" actId="478"/>
          <ac:spMkLst>
            <pc:docMk/>
            <pc:sldMk cId="2642466986" sldId="2147483305"/>
            <ac:spMk id="115" creationId="{2D6CC726-FC69-E603-080D-53475C9298D2}"/>
          </ac:spMkLst>
        </pc:spChg>
        <pc:spChg chg="add mod">
          <ac:chgData name="Yuval Stein" userId="8d4282b5-8a4c-4e66-97a1-a7af4f4232ae" providerId="ADAL" clId="{46D6A179-00B3-4363-9EEB-469A24759780}" dt="2026-03-26T06:54:44.653" v="2840" actId="1076"/>
          <ac:spMkLst>
            <pc:docMk/>
            <pc:sldMk cId="2642466986" sldId="2147483305"/>
            <ac:spMk id="116" creationId="{30250C98-E5B1-3BD2-BE99-99228739412E}"/>
          </ac:spMkLst>
        </pc:spChg>
        <pc:spChg chg="add mod">
          <ac:chgData name="Yuval Stein" userId="8d4282b5-8a4c-4e66-97a1-a7af4f4232ae" providerId="ADAL" clId="{46D6A179-00B3-4363-9EEB-469A24759780}" dt="2026-03-26T06:55:01.115" v="2846" actId="20577"/>
          <ac:spMkLst>
            <pc:docMk/>
            <pc:sldMk cId="2642466986" sldId="2147483305"/>
            <ac:spMk id="117" creationId="{CB184372-AF51-812F-EC0C-9BD78EFADB4C}"/>
          </ac:spMkLst>
        </pc:spChg>
        <pc:spChg chg="add mod">
          <ac:chgData name="Yuval Stein" userId="8d4282b5-8a4c-4e66-97a1-a7af4f4232ae" providerId="ADAL" clId="{46D6A179-00B3-4363-9EEB-469A24759780}" dt="2026-03-26T06:55:21.379" v="2851" actId="20577"/>
          <ac:spMkLst>
            <pc:docMk/>
            <pc:sldMk cId="2642466986" sldId="2147483305"/>
            <ac:spMk id="118" creationId="{38038899-6B63-3D0B-657B-B3885B8AAF92}"/>
          </ac:spMkLst>
        </pc:spChg>
        <pc:picChg chg="del">
          <ac:chgData name="Yuval Stein" userId="8d4282b5-8a4c-4e66-97a1-a7af4f4232ae" providerId="ADAL" clId="{46D6A179-00B3-4363-9EEB-469A24759780}" dt="2026-03-25T15:27:33.715" v="137" actId="478"/>
          <ac:picMkLst>
            <pc:docMk/>
            <pc:sldMk cId="2642466986" sldId="2147483305"/>
            <ac:picMk id="4" creationId="{D1D1BF41-F352-7D46-A9CE-51DB5B5BED7B}"/>
          </ac:picMkLst>
        </pc:picChg>
        <pc:picChg chg="mod">
          <ac:chgData name="Yuval Stein" userId="8d4282b5-8a4c-4e66-97a1-a7af4f4232ae" providerId="ADAL" clId="{46D6A179-00B3-4363-9EEB-469A24759780}" dt="2026-03-26T05:36:11.944" v="388" actId="1038"/>
          <ac:picMkLst>
            <pc:docMk/>
            <pc:sldMk cId="2642466986" sldId="2147483305"/>
            <ac:picMk id="9" creationId="{A26A2056-A26C-A3BC-5106-8AFF7E9612F3}"/>
          </ac:picMkLst>
        </pc:picChg>
        <pc:picChg chg="mod">
          <ac:chgData name="Yuval Stein" userId="8d4282b5-8a4c-4e66-97a1-a7af4f4232ae" providerId="ADAL" clId="{46D6A179-00B3-4363-9EEB-469A24759780}" dt="2026-03-26T05:36:11.944" v="388" actId="1038"/>
          <ac:picMkLst>
            <pc:docMk/>
            <pc:sldMk cId="2642466986" sldId="2147483305"/>
            <ac:picMk id="11" creationId="{25EB7587-DD62-0389-6848-38110969A552}"/>
          </ac:picMkLst>
        </pc:picChg>
        <pc:picChg chg="del">
          <ac:chgData name="Yuval Stein" userId="8d4282b5-8a4c-4e66-97a1-a7af4f4232ae" providerId="ADAL" clId="{46D6A179-00B3-4363-9EEB-469A24759780}" dt="2026-03-25T15:28:13.474" v="181" actId="478"/>
          <ac:picMkLst>
            <pc:docMk/>
            <pc:sldMk cId="2642466986" sldId="2147483305"/>
            <ac:picMk id="14" creationId="{12247693-8C3C-25A9-C3D3-CC984F7D5084}"/>
          </ac:picMkLst>
        </pc:picChg>
        <pc:picChg chg="del">
          <ac:chgData name="Yuval Stein" userId="8d4282b5-8a4c-4e66-97a1-a7af4f4232ae" providerId="ADAL" clId="{46D6A179-00B3-4363-9EEB-469A24759780}" dt="2026-03-25T15:28:16.453" v="182" actId="478"/>
          <ac:picMkLst>
            <pc:docMk/>
            <pc:sldMk cId="2642466986" sldId="2147483305"/>
            <ac:picMk id="16" creationId="{0A756ADE-9B53-FB72-C69F-C84F31349AF3}"/>
          </ac:picMkLst>
        </pc:picChg>
        <pc:picChg chg="del">
          <ac:chgData name="Yuval Stein" userId="8d4282b5-8a4c-4e66-97a1-a7af4f4232ae" providerId="ADAL" clId="{46D6A179-00B3-4363-9EEB-469A24759780}" dt="2026-03-25T15:28:19.494" v="183" actId="478"/>
          <ac:picMkLst>
            <pc:docMk/>
            <pc:sldMk cId="2642466986" sldId="2147483305"/>
            <ac:picMk id="18" creationId="{B9772D4D-28F3-A409-9ACD-1AC0E77654D5}"/>
          </ac:picMkLst>
        </pc:picChg>
        <pc:picChg chg="mod">
          <ac:chgData name="Yuval Stein" userId="8d4282b5-8a4c-4e66-97a1-a7af4f4232ae" providerId="ADAL" clId="{46D6A179-00B3-4363-9EEB-469A24759780}" dt="2026-03-26T05:35:08.401" v="316" actId="1036"/>
          <ac:picMkLst>
            <pc:docMk/>
            <pc:sldMk cId="2642466986" sldId="2147483305"/>
            <ac:picMk id="20" creationId="{D35EFA23-9792-EFCD-462E-44BD0C2099D1}"/>
          </ac:picMkLst>
        </pc:picChg>
        <pc:picChg chg="mod">
          <ac:chgData name="Yuval Stein" userId="8d4282b5-8a4c-4e66-97a1-a7af4f4232ae" providerId="ADAL" clId="{46D6A179-00B3-4363-9EEB-469A24759780}" dt="2026-03-26T05:35:08.401" v="316" actId="1036"/>
          <ac:picMkLst>
            <pc:docMk/>
            <pc:sldMk cId="2642466986" sldId="2147483305"/>
            <ac:picMk id="22" creationId="{27DFB8A8-CB0F-8E29-9C43-B50505412AA2}"/>
          </ac:picMkLst>
        </pc:picChg>
        <pc:picChg chg="mod">
          <ac:chgData name="Yuval Stein" userId="8d4282b5-8a4c-4e66-97a1-a7af4f4232ae" providerId="ADAL" clId="{46D6A179-00B3-4363-9EEB-469A24759780}" dt="2026-03-26T05:35:08.401" v="316" actId="1036"/>
          <ac:picMkLst>
            <pc:docMk/>
            <pc:sldMk cId="2642466986" sldId="2147483305"/>
            <ac:picMk id="24" creationId="{362E2FB5-07B6-8C73-3BE1-8ED85D216553}"/>
          </ac:picMkLst>
        </pc:picChg>
        <pc:picChg chg="del">
          <ac:chgData name="Yuval Stein" userId="8d4282b5-8a4c-4e66-97a1-a7af4f4232ae" providerId="ADAL" clId="{46D6A179-00B3-4363-9EEB-469A24759780}" dt="2026-03-25T15:27:33.715" v="137" actId="478"/>
          <ac:picMkLst>
            <pc:docMk/>
            <pc:sldMk cId="2642466986" sldId="2147483305"/>
            <ac:picMk id="30" creationId="{891E436A-D093-FC8C-A484-135D7523DB03}"/>
          </ac:picMkLst>
        </pc:picChg>
        <pc:picChg chg="mod">
          <ac:chgData name="Yuval Stein" userId="8d4282b5-8a4c-4e66-97a1-a7af4f4232ae" providerId="ADAL" clId="{46D6A179-00B3-4363-9EEB-469A24759780}" dt="2026-03-26T05:35:51.680" v="353" actId="1038"/>
          <ac:picMkLst>
            <pc:docMk/>
            <pc:sldMk cId="2642466986" sldId="2147483305"/>
            <ac:picMk id="32" creationId="{67D21824-5639-CBF5-04DD-6643B16D174C}"/>
          </ac:picMkLst>
        </pc:picChg>
        <pc:picChg chg="del">
          <ac:chgData name="Yuval Stein" userId="8d4282b5-8a4c-4e66-97a1-a7af4f4232ae" providerId="ADAL" clId="{46D6A179-00B3-4363-9EEB-469A24759780}" dt="2026-03-25T15:27:33.715" v="137" actId="478"/>
          <ac:picMkLst>
            <pc:docMk/>
            <pc:sldMk cId="2642466986" sldId="2147483305"/>
            <ac:picMk id="34" creationId="{6E35825D-A5DC-8AB8-8365-3B24DBE71E6E}"/>
          </ac:picMkLst>
        </pc:picChg>
        <pc:picChg chg="mod">
          <ac:chgData name="Yuval Stein" userId="8d4282b5-8a4c-4e66-97a1-a7af4f4232ae" providerId="ADAL" clId="{46D6A179-00B3-4363-9EEB-469A24759780}" dt="2026-03-26T05:36:11.944" v="388" actId="1038"/>
          <ac:picMkLst>
            <pc:docMk/>
            <pc:sldMk cId="2642466986" sldId="2147483305"/>
            <ac:picMk id="39" creationId="{4AB006AD-AE92-D557-73A9-B8F07062C913}"/>
          </ac:picMkLst>
        </pc:picChg>
        <pc:picChg chg="del">
          <ac:chgData name="Yuval Stein" userId="8d4282b5-8a4c-4e66-97a1-a7af4f4232ae" providerId="ADAL" clId="{46D6A179-00B3-4363-9EEB-469A24759780}" dt="2026-03-25T15:27:33.715" v="137" actId="478"/>
          <ac:picMkLst>
            <pc:docMk/>
            <pc:sldMk cId="2642466986" sldId="2147483305"/>
            <ac:picMk id="42" creationId="{E41B8BB9-8E74-C57B-F4A4-6DF299BB8B4B}"/>
          </ac:picMkLst>
        </pc:picChg>
        <pc:picChg chg="add mod">
          <ac:chgData name="Yuval Stein" userId="8d4282b5-8a4c-4e66-97a1-a7af4f4232ae" providerId="ADAL" clId="{46D6A179-00B3-4363-9EEB-469A24759780}" dt="2026-03-26T05:52:08.450" v="1243" actId="1038"/>
          <ac:picMkLst>
            <pc:docMk/>
            <pc:sldMk cId="2642466986" sldId="2147483305"/>
            <ac:picMk id="74" creationId="{F5923D8B-FA75-2925-53F9-87CC9526CBD4}"/>
          </ac:picMkLst>
        </pc:picChg>
        <pc:picChg chg="add del mod">
          <ac:chgData name="Yuval Stein" userId="8d4282b5-8a4c-4e66-97a1-a7af4f4232ae" providerId="ADAL" clId="{46D6A179-00B3-4363-9EEB-469A24759780}" dt="2026-03-26T06:07:10.694" v="1674" actId="21"/>
          <ac:picMkLst>
            <pc:docMk/>
            <pc:sldMk cId="2642466986" sldId="2147483305"/>
            <ac:picMk id="107" creationId="{9332D7BA-66AB-55BE-A323-A07D8990F54C}"/>
          </ac:picMkLst>
        </pc:picChg>
        <pc:picChg chg="add mod">
          <ac:chgData name="Yuval Stein" userId="8d4282b5-8a4c-4e66-97a1-a7af4f4232ae" providerId="ADAL" clId="{46D6A179-00B3-4363-9EEB-469A24759780}" dt="2026-03-26T06:10:17.369" v="1691" actId="1076"/>
          <ac:picMkLst>
            <pc:docMk/>
            <pc:sldMk cId="2642466986" sldId="2147483305"/>
            <ac:picMk id="1026" creationId="{62F9BEE4-1E26-72AC-5F13-6AEACB5520AC}"/>
          </ac:picMkLst>
        </pc:picChg>
        <pc:cxnChg chg="add mod">
          <ac:chgData name="Yuval Stein" userId="8d4282b5-8a4c-4e66-97a1-a7af4f4232ae" providerId="ADAL" clId="{46D6A179-00B3-4363-9EEB-469A24759780}" dt="2026-03-26T05:35:08.401" v="316" actId="1036"/>
          <ac:cxnSpMkLst>
            <pc:docMk/>
            <pc:sldMk cId="2642466986" sldId="2147483305"/>
            <ac:cxnSpMk id="26" creationId="{ED71D3AC-91D2-54B2-90B4-9660546FB9E2}"/>
          </ac:cxnSpMkLst>
        </pc:cxnChg>
        <pc:cxnChg chg="add mod">
          <ac:chgData name="Yuval Stein" userId="8d4282b5-8a4c-4e66-97a1-a7af4f4232ae" providerId="ADAL" clId="{46D6A179-00B3-4363-9EEB-469A24759780}" dt="2026-03-26T05:35:08.401" v="316" actId="1036"/>
          <ac:cxnSpMkLst>
            <pc:docMk/>
            <pc:sldMk cId="2642466986" sldId="2147483305"/>
            <ac:cxnSpMk id="38" creationId="{3253220D-0FF7-6579-33AD-43E6E4EE479F}"/>
          </ac:cxnSpMkLst>
        </pc:cxnChg>
        <pc:cxnChg chg="add mod">
          <ac:chgData name="Yuval Stein" userId="8d4282b5-8a4c-4e66-97a1-a7af4f4232ae" providerId="ADAL" clId="{46D6A179-00B3-4363-9EEB-469A24759780}" dt="2026-03-26T05:35:32.196" v="320" actId="1076"/>
          <ac:cxnSpMkLst>
            <pc:docMk/>
            <pc:sldMk cId="2642466986" sldId="2147483305"/>
            <ac:cxnSpMk id="45" creationId="{DE351D63-F62E-9A6C-C97A-7B8017C8DB13}"/>
          </ac:cxnSpMkLst>
        </pc:cxnChg>
        <pc:cxnChg chg="add mod">
          <ac:chgData name="Yuval Stein" userId="8d4282b5-8a4c-4e66-97a1-a7af4f4232ae" providerId="ADAL" clId="{46D6A179-00B3-4363-9EEB-469A24759780}" dt="2026-03-26T06:00:15.902" v="1431" actId="1076"/>
          <ac:cxnSpMkLst>
            <pc:docMk/>
            <pc:sldMk cId="2642466986" sldId="2147483305"/>
            <ac:cxnSpMk id="76" creationId="{FD67E212-7448-38FF-FE44-D1C2F0E0C6D3}"/>
          </ac:cxnSpMkLst>
        </pc:cxnChg>
        <pc:cxnChg chg="add mod">
          <ac:chgData name="Yuval Stein" userId="8d4282b5-8a4c-4e66-97a1-a7af4f4232ae" providerId="ADAL" clId="{46D6A179-00B3-4363-9EEB-469A24759780}" dt="2026-03-26T06:00:24.146" v="1433" actId="14100"/>
          <ac:cxnSpMkLst>
            <pc:docMk/>
            <pc:sldMk cId="2642466986" sldId="2147483305"/>
            <ac:cxnSpMk id="81" creationId="{DC26E368-E1CC-C4A7-FC95-BE820E85016E}"/>
          </ac:cxnSpMkLst>
        </pc:cxnChg>
        <pc:cxnChg chg="add mod">
          <ac:chgData name="Yuval Stein" userId="8d4282b5-8a4c-4e66-97a1-a7af4f4232ae" providerId="ADAL" clId="{46D6A179-00B3-4363-9EEB-469A24759780}" dt="2026-03-26T06:00:31.214" v="1434" actId="14100"/>
          <ac:cxnSpMkLst>
            <pc:docMk/>
            <pc:sldMk cId="2642466986" sldId="2147483305"/>
            <ac:cxnSpMk id="85" creationId="{55628D65-05A7-84E6-6FAD-8D4238F32AD8}"/>
          </ac:cxnSpMkLst>
        </pc:cxnChg>
        <pc:cxnChg chg="add mod">
          <ac:chgData name="Yuval Stein" userId="8d4282b5-8a4c-4e66-97a1-a7af4f4232ae" providerId="ADAL" clId="{46D6A179-00B3-4363-9EEB-469A24759780}" dt="2026-03-26T06:01:57.981" v="1482" actId="14100"/>
          <ac:cxnSpMkLst>
            <pc:docMk/>
            <pc:sldMk cId="2642466986" sldId="2147483305"/>
            <ac:cxnSpMk id="92" creationId="{1F07512A-111B-35E1-8500-0B16CA07890F}"/>
          </ac:cxnSpMkLst>
        </pc:cxnChg>
        <pc:cxnChg chg="add mod">
          <ac:chgData name="Yuval Stein" userId="8d4282b5-8a4c-4e66-97a1-a7af4f4232ae" providerId="ADAL" clId="{46D6A179-00B3-4363-9EEB-469A24759780}" dt="2026-03-26T06:02:25.291" v="1535" actId="14100"/>
          <ac:cxnSpMkLst>
            <pc:docMk/>
            <pc:sldMk cId="2642466986" sldId="2147483305"/>
            <ac:cxnSpMk id="97" creationId="{99A59C9C-B2B8-9952-AED6-2A883D48FEFA}"/>
          </ac:cxnSpMkLst>
        </pc:cxnChg>
        <pc:cxnChg chg="add mod">
          <ac:chgData name="Yuval Stein" userId="8d4282b5-8a4c-4e66-97a1-a7af4f4232ae" providerId="ADAL" clId="{46D6A179-00B3-4363-9EEB-469A24759780}" dt="2026-03-26T06:11:10.806" v="1738" actId="692"/>
          <ac:cxnSpMkLst>
            <pc:docMk/>
            <pc:sldMk cId="2642466986" sldId="2147483305"/>
            <ac:cxnSpMk id="99" creationId="{535707E1-E8AC-8EB1-631E-94229B2CC8B8}"/>
          </ac:cxnSpMkLst>
        </pc:cxnChg>
        <pc:cxnChg chg="add mod">
          <ac:chgData name="Yuval Stein" userId="8d4282b5-8a4c-4e66-97a1-a7af4f4232ae" providerId="ADAL" clId="{46D6A179-00B3-4363-9EEB-469A24759780}" dt="2026-03-26T06:03:48.042" v="1543" actId="692"/>
          <ac:cxnSpMkLst>
            <pc:docMk/>
            <pc:sldMk cId="2642466986" sldId="2147483305"/>
            <ac:cxnSpMk id="100" creationId="{6ED456A7-20D5-9BA1-975D-D941E6109B51}"/>
          </ac:cxnSpMkLst>
        </pc:cxnChg>
        <pc:cxnChg chg="add mod">
          <ac:chgData name="Yuval Stein" userId="8d4282b5-8a4c-4e66-97a1-a7af4f4232ae" providerId="ADAL" clId="{46D6A179-00B3-4363-9EEB-469A24759780}" dt="2026-03-26T06:05:11.401" v="1641" actId="14100"/>
          <ac:cxnSpMkLst>
            <pc:docMk/>
            <pc:sldMk cId="2642466986" sldId="2147483305"/>
            <ac:cxnSpMk id="101" creationId="{ED270D8C-B43F-22A6-B35D-63F190556D1B}"/>
          </ac:cxnSpMkLst>
        </pc:cxnChg>
        <pc:cxnChg chg="add mod">
          <ac:chgData name="Yuval Stein" userId="8d4282b5-8a4c-4e66-97a1-a7af4f4232ae" providerId="ADAL" clId="{46D6A179-00B3-4363-9EEB-469A24759780}" dt="2026-03-26T06:05:05.222" v="1640" actId="1076"/>
          <ac:cxnSpMkLst>
            <pc:docMk/>
            <pc:sldMk cId="2642466986" sldId="2147483305"/>
            <ac:cxnSpMk id="102" creationId="{9B49F391-EC53-4A19-5F54-974FFC3FDD89}"/>
          </ac:cxnSpMkLst>
        </pc:cxnChg>
        <pc:cxnChg chg="add mod">
          <ac:chgData name="Yuval Stein" userId="8d4282b5-8a4c-4e66-97a1-a7af4f4232ae" providerId="ADAL" clId="{46D6A179-00B3-4363-9EEB-469A24759780}" dt="2026-03-26T06:05:31.388" v="1668" actId="1076"/>
          <ac:cxnSpMkLst>
            <pc:docMk/>
            <pc:sldMk cId="2642466986" sldId="2147483305"/>
            <ac:cxnSpMk id="104" creationId="{24DCCBF9-F64D-94A1-EEF7-7F27F5E92210}"/>
          </ac:cxnSpMkLst>
        </pc:cxnChg>
        <pc:cxnChg chg="add del mod">
          <ac:chgData name="Yuval Stein" userId="8d4282b5-8a4c-4e66-97a1-a7af4f4232ae" providerId="ADAL" clId="{46D6A179-00B3-4363-9EEB-469A24759780}" dt="2026-03-26T06:13:45.061" v="1810" actId="478"/>
          <ac:cxnSpMkLst>
            <pc:docMk/>
            <pc:sldMk cId="2642466986" sldId="2147483305"/>
            <ac:cxnSpMk id="108" creationId="{AAEF8E00-3AAE-3BED-ACDF-7B4F03D8F6E8}"/>
          </ac:cxnSpMkLst>
        </pc:cxnChg>
        <pc:cxnChg chg="add del mod">
          <ac:chgData name="Yuval Stein" userId="8d4282b5-8a4c-4e66-97a1-a7af4f4232ae" providerId="ADAL" clId="{46D6A179-00B3-4363-9EEB-469A24759780}" dt="2026-03-26T06:54:48.444" v="2842" actId="478"/>
          <ac:cxnSpMkLst>
            <pc:docMk/>
            <pc:sldMk cId="2642466986" sldId="2147483305"/>
            <ac:cxnSpMk id="112" creationId="{5275BBE4-6C77-E78B-E243-F4DFDF4521DA}"/>
          </ac:cxnSpMkLst>
        </pc:cxnChg>
      </pc:sldChg>
      <pc:sldChg chg="addSp delSp modSp add mod">
        <pc:chgData name="Yuval Stein" userId="8d4282b5-8a4c-4e66-97a1-a7af4f4232ae" providerId="ADAL" clId="{46D6A179-00B3-4363-9EEB-469A24759780}" dt="2026-03-26T07:00:23.369" v="3112" actId="1076"/>
        <pc:sldMkLst>
          <pc:docMk/>
          <pc:sldMk cId="1097826576" sldId="2147483306"/>
        </pc:sldMkLst>
        <pc:spChg chg="del">
          <ac:chgData name="Yuval Stein" userId="8d4282b5-8a4c-4e66-97a1-a7af4f4232ae" providerId="ADAL" clId="{46D6A179-00B3-4363-9EEB-469A24759780}" dt="2026-03-26T06:20:31.861" v="1956" actId="478"/>
          <ac:spMkLst>
            <pc:docMk/>
            <pc:sldMk cId="1097826576" sldId="2147483306"/>
            <ac:spMk id="2" creationId="{34170A67-C270-8D0F-B411-77A5AAD50D52}"/>
          </ac:spMkLst>
        </pc:spChg>
        <pc:spChg chg="mod">
          <ac:chgData name="Yuval Stein" userId="8d4282b5-8a4c-4e66-97a1-a7af4f4232ae" providerId="ADAL" clId="{46D6A179-00B3-4363-9EEB-469A24759780}" dt="2026-03-26T06:20:38.929" v="1957" actId="14100"/>
          <ac:spMkLst>
            <pc:docMk/>
            <pc:sldMk cId="1097826576" sldId="2147483306"/>
            <ac:spMk id="3" creationId="{22D0F139-5DB4-E9A5-29BB-692D1BFB022F}"/>
          </ac:spMkLst>
        </pc:spChg>
        <pc:spChg chg="mod">
          <ac:chgData name="Yuval Stein" userId="8d4282b5-8a4c-4e66-97a1-a7af4f4232ae" providerId="ADAL" clId="{46D6A179-00B3-4363-9EEB-469A24759780}" dt="2026-03-26T06:18:24.668" v="1868" actId="1076"/>
          <ac:spMkLst>
            <pc:docMk/>
            <pc:sldMk cId="1097826576" sldId="2147483306"/>
            <ac:spMk id="5" creationId="{476D1F2E-4D2B-2534-DA22-9DF5FB739A9A}"/>
          </ac:spMkLst>
        </pc:spChg>
        <pc:spChg chg="mod">
          <ac:chgData name="Yuval Stein" userId="8d4282b5-8a4c-4e66-97a1-a7af4f4232ae" providerId="ADAL" clId="{46D6A179-00B3-4363-9EEB-469A24759780}" dt="2026-03-26T06:22:05.147" v="1982" actId="14100"/>
          <ac:spMkLst>
            <pc:docMk/>
            <pc:sldMk cId="1097826576" sldId="2147483306"/>
            <ac:spMk id="6" creationId="{B1D48A18-0DC3-8018-FA5E-A80B055F0567}"/>
          </ac:spMkLst>
        </pc:spChg>
        <pc:spChg chg="mod">
          <ac:chgData name="Yuval Stein" userId="8d4282b5-8a4c-4e66-97a1-a7af4f4232ae" providerId="ADAL" clId="{46D6A179-00B3-4363-9EEB-469A24759780}" dt="2026-03-26T06:18:11.115" v="1866" actId="1076"/>
          <ac:spMkLst>
            <pc:docMk/>
            <pc:sldMk cId="1097826576" sldId="2147483306"/>
            <ac:spMk id="7" creationId="{F0A137B6-9229-24CC-B411-45105BE23D39}"/>
          </ac:spMkLst>
        </pc:spChg>
        <pc:spChg chg="mod">
          <ac:chgData name="Yuval Stein" userId="8d4282b5-8a4c-4e66-97a1-a7af4f4232ae" providerId="ADAL" clId="{46D6A179-00B3-4363-9EEB-469A24759780}" dt="2026-03-25T15:29:57.499" v="240" actId="20577"/>
          <ac:spMkLst>
            <pc:docMk/>
            <pc:sldMk cId="1097826576" sldId="2147483306"/>
            <ac:spMk id="8" creationId="{3FA4997E-24DB-D6EF-2386-93F03E255E5E}"/>
          </ac:spMkLst>
        </pc:spChg>
        <pc:spChg chg="del">
          <ac:chgData name="Yuval Stein" userId="8d4282b5-8a4c-4e66-97a1-a7af4f4232ae" providerId="ADAL" clId="{46D6A179-00B3-4363-9EEB-469A24759780}" dt="2026-03-26T06:20:31.861" v="1956" actId="478"/>
          <ac:spMkLst>
            <pc:docMk/>
            <pc:sldMk cId="1097826576" sldId="2147483306"/>
            <ac:spMk id="10" creationId="{D48E8F57-3F6C-FC1E-C00F-A62836699F89}"/>
          </ac:spMkLst>
        </pc:spChg>
        <pc:spChg chg="del">
          <ac:chgData name="Yuval Stein" userId="8d4282b5-8a4c-4e66-97a1-a7af4f4232ae" providerId="ADAL" clId="{46D6A179-00B3-4363-9EEB-469A24759780}" dt="2026-03-26T06:20:31.861" v="1956" actId="478"/>
          <ac:spMkLst>
            <pc:docMk/>
            <pc:sldMk cId="1097826576" sldId="2147483306"/>
            <ac:spMk id="12" creationId="{F65D1D05-6365-298F-9A2D-72A920761CF1}"/>
          </ac:spMkLst>
        </pc:spChg>
        <pc:spChg chg="del">
          <ac:chgData name="Yuval Stein" userId="8d4282b5-8a4c-4e66-97a1-a7af4f4232ae" providerId="ADAL" clId="{46D6A179-00B3-4363-9EEB-469A24759780}" dt="2026-03-26T06:20:31.861" v="1956" actId="478"/>
          <ac:spMkLst>
            <pc:docMk/>
            <pc:sldMk cId="1097826576" sldId="2147483306"/>
            <ac:spMk id="13" creationId="{AD7D2401-BF20-DADF-FDCB-A3195082B576}"/>
          </ac:spMkLst>
        </pc:spChg>
        <pc:spChg chg="del">
          <ac:chgData name="Yuval Stein" userId="8d4282b5-8a4c-4e66-97a1-a7af4f4232ae" providerId="ADAL" clId="{46D6A179-00B3-4363-9EEB-469A24759780}" dt="2026-03-26T06:20:31.861" v="1956" actId="478"/>
          <ac:spMkLst>
            <pc:docMk/>
            <pc:sldMk cId="1097826576" sldId="2147483306"/>
            <ac:spMk id="15" creationId="{1B3AA40A-4D50-9364-D612-5ECC0A0DD119}"/>
          </ac:spMkLst>
        </pc:spChg>
        <pc:spChg chg="del">
          <ac:chgData name="Yuval Stein" userId="8d4282b5-8a4c-4e66-97a1-a7af4f4232ae" providerId="ADAL" clId="{46D6A179-00B3-4363-9EEB-469A24759780}" dt="2026-03-26T06:20:31.861" v="1956" actId="478"/>
          <ac:spMkLst>
            <pc:docMk/>
            <pc:sldMk cId="1097826576" sldId="2147483306"/>
            <ac:spMk id="17" creationId="{3149677B-90AE-9D2D-BEC2-ED27325718EF}"/>
          </ac:spMkLst>
        </pc:spChg>
        <pc:spChg chg="del">
          <ac:chgData name="Yuval Stein" userId="8d4282b5-8a4c-4e66-97a1-a7af4f4232ae" providerId="ADAL" clId="{46D6A179-00B3-4363-9EEB-469A24759780}" dt="2026-03-26T06:20:31.861" v="1956" actId="478"/>
          <ac:spMkLst>
            <pc:docMk/>
            <pc:sldMk cId="1097826576" sldId="2147483306"/>
            <ac:spMk id="19" creationId="{94640206-518A-41F3-EB0D-37972D5E0053}"/>
          </ac:spMkLst>
        </pc:spChg>
        <pc:spChg chg="del">
          <ac:chgData name="Yuval Stein" userId="8d4282b5-8a4c-4e66-97a1-a7af4f4232ae" providerId="ADAL" clId="{46D6A179-00B3-4363-9EEB-469A24759780}" dt="2026-03-26T06:17:55.444" v="1863" actId="478"/>
          <ac:spMkLst>
            <pc:docMk/>
            <pc:sldMk cId="1097826576" sldId="2147483306"/>
            <ac:spMk id="21" creationId="{D424623C-D879-1443-06FD-24640F3AC104}"/>
          </ac:spMkLst>
        </pc:spChg>
        <pc:spChg chg="del">
          <ac:chgData name="Yuval Stein" userId="8d4282b5-8a4c-4e66-97a1-a7af4f4232ae" providerId="ADAL" clId="{46D6A179-00B3-4363-9EEB-469A24759780}" dt="2026-03-26T06:17:55.444" v="1863" actId="478"/>
          <ac:spMkLst>
            <pc:docMk/>
            <pc:sldMk cId="1097826576" sldId="2147483306"/>
            <ac:spMk id="23" creationId="{EFF6DA6F-8B7C-893F-2AED-751C57926449}"/>
          </ac:spMkLst>
        </pc:spChg>
        <pc:spChg chg="del">
          <ac:chgData name="Yuval Stein" userId="8d4282b5-8a4c-4e66-97a1-a7af4f4232ae" providerId="ADAL" clId="{46D6A179-00B3-4363-9EEB-469A24759780}" dt="2026-03-26T06:17:55.444" v="1863" actId="478"/>
          <ac:spMkLst>
            <pc:docMk/>
            <pc:sldMk cId="1097826576" sldId="2147483306"/>
            <ac:spMk id="25" creationId="{339A5F16-7D35-00B6-5BDF-C84D2584B39E}"/>
          </ac:spMkLst>
        </pc:spChg>
        <pc:spChg chg="mod">
          <ac:chgData name="Yuval Stein" userId="8d4282b5-8a4c-4e66-97a1-a7af4f4232ae" providerId="ADAL" clId="{46D6A179-00B3-4363-9EEB-469A24759780}" dt="2026-03-26T06:17:36.277" v="1861" actId="1038"/>
          <ac:spMkLst>
            <pc:docMk/>
            <pc:sldMk cId="1097826576" sldId="2147483306"/>
            <ac:spMk id="29" creationId="{F0A370E0-5339-13BA-2BDE-0C1DB5398040}"/>
          </ac:spMkLst>
        </pc:spChg>
        <pc:spChg chg="mod">
          <ac:chgData name="Yuval Stein" userId="8d4282b5-8a4c-4e66-97a1-a7af4f4232ae" providerId="ADAL" clId="{46D6A179-00B3-4363-9EEB-469A24759780}" dt="2026-03-26T06:17:36.277" v="1861" actId="1038"/>
          <ac:spMkLst>
            <pc:docMk/>
            <pc:sldMk cId="1097826576" sldId="2147483306"/>
            <ac:spMk id="31" creationId="{3EB529D0-F8D9-262C-FC60-EBB9ABA235FD}"/>
          </ac:spMkLst>
        </pc:spChg>
        <pc:spChg chg="mod">
          <ac:chgData name="Yuval Stein" userId="8d4282b5-8a4c-4e66-97a1-a7af4f4232ae" providerId="ADAL" clId="{46D6A179-00B3-4363-9EEB-469A24759780}" dt="2026-03-26T06:19:02.511" v="1871" actId="1076"/>
          <ac:spMkLst>
            <pc:docMk/>
            <pc:sldMk cId="1097826576" sldId="2147483306"/>
            <ac:spMk id="33" creationId="{BC1B5D0F-352C-A823-101C-7BBA5A7E26AB}"/>
          </ac:spMkLst>
        </pc:spChg>
        <pc:spChg chg="mod">
          <ac:chgData name="Yuval Stein" userId="8d4282b5-8a4c-4e66-97a1-a7af4f4232ae" providerId="ADAL" clId="{46D6A179-00B3-4363-9EEB-469A24759780}" dt="2026-03-26T06:17:36.277" v="1861" actId="1038"/>
          <ac:spMkLst>
            <pc:docMk/>
            <pc:sldMk cId="1097826576" sldId="2147483306"/>
            <ac:spMk id="36" creationId="{24174830-33A1-185B-A3FE-60EEDCAA744B}"/>
          </ac:spMkLst>
        </pc:spChg>
        <pc:spChg chg="mod">
          <ac:chgData name="Yuval Stein" userId="8d4282b5-8a4c-4e66-97a1-a7af4f4232ae" providerId="ADAL" clId="{46D6A179-00B3-4363-9EEB-469A24759780}" dt="2026-03-26T06:17:36.277" v="1861" actId="1038"/>
          <ac:spMkLst>
            <pc:docMk/>
            <pc:sldMk cId="1097826576" sldId="2147483306"/>
            <ac:spMk id="37" creationId="{A79873FD-409B-F88E-949C-CE9395F547B5}"/>
          </ac:spMkLst>
        </pc:spChg>
        <pc:spChg chg="add mod">
          <ac:chgData name="Yuval Stein" userId="8d4282b5-8a4c-4e66-97a1-a7af4f4232ae" providerId="ADAL" clId="{46D6A179-00B3-4363-9EEB-469A24759780}" dt="2026-03-26T06:23:47.388" v="2071" actId="1076"/>
          <ac:spMkLst>
            <pc:docMk/>
            <pc:sldMk cId="1097826576" sldId="2147483306"/>
            <ac:spMk id="45" creationId="{005CB8D4-DBA1-9AD6-B357-C1CF0F363491}"/>
          </ac:spMkLst>
        </pc:spChg>
        <pc:spChg chg="add mod">
          <ac:chgData name="Yuval Stein" userId="8d4282b5-8a4c-4e66-97a1-a7af4f4232ae" providerId="ADAL" clId="{46D6A179-00B3-4363-9EEB-469A24759780}" dt="2026-03-26T06:24:45.780" v="2078" actId="14100"/>
          <ac:spMkLst>
            <pc:docMk/>
            <pc:sldMk cId="1097826576" sldId="2147483306"/>
            <ac:spMk id="57" creationId="{5F9A8EFC-E4C9-9DB5-6FAA-D6E9238CEB78}"/>
          </ac:spMkLst>
        </pc:spChg>
        <pc:spChg chg="add mod">
          <ac:chgData name="Yuval Stein" userId="8d4282b5-8a4c-4e66-97a1-a7af4f4232ae" providerId="ADAL" clId="{46D6A179-00B3-4363-9EEB-469A24759780}" dt="2026-03-26T06:24:38.708" v="2077" actId="1076"/>
          <ac:spMkLst>
            <pc:docMk/>
            <pc:sldMk cId="1097826576" sldId="2147483306"/>
            <ac:spMk id="58" creationId="{5C9EEA36-3458-7245-0040-6291BFEA675B}"/>
          </ac:spMkLst>
        </pc:spChg>
        <pc:spChg chg="add mod">
          <ac:chgData name="Yuval Stein" userId="8d4282b5-8a4c-4e66-97a1-a7af4f4232ae" providerId="ADAL" clId="{46D6A179-00B3-4363-9EEB-469A24759780}" dt="2026-03-26T06:24:38.708" v="2077" actId="1076"/>
          <ac:spMkLst>
            <pc:docMk/>
            <pc:sldMk cId="1097826576" sldId="2147483306"/>
            <ac:spMk id="59" creationId="{840F0455-F182-791A-78E8-F51412990856}"/>
          </ac:spMkLst>
        </pc:spChg>
        <pc:spChg chg="add mod">
          <ac:chgData name="Yuval Stein" userId="8d4282b5-8a4c-4e66-97a1-a7af4f4232ae" providerId="ADAL" clId="{46D6A179-00B3-4363-9EEB-469A24759780}" dt="2026-03-26T06:24:38.708" v="2077" actId="1076"/>
          <ac:spMkLst>
            <pc:docMk/>
            <pc:sldMk cId="1097826576" sldId="2147483306"/>
            <ac:spMk id="60" creationId="{F67308FF-9147-BF59-3F17-E1B1CA3D0D3E}"/>
          </ac:spMkLst>
        </pc:spChg>
        <pc:spChg chg="add mod">
          <ac:chgData name="Yuval Stein" userId="8d4282b5-8a4c-4e66-97a1-a7af4f4232ae" providerId="ADAL" clId="{46D6A179-00B3-4363-9EEB-469A24759780}" dt="2026-03-26T06:24:38.708" v="2077" actId="1076"/>
          <ac:spMkLst>
            <pc:docMk/>
            <pc:sldMk cId="1097826576" sldId="2147483306"/>
            <ac:spMk id="62" creationId="{6CABFF8B-9DCF-7502-E8DF-8AD810DCBC8D}"/>
          </ac:spMkLst>
        </pc:spChg>
        <pc:spChg chg="add mod">
          <ac:chgData name="Yuval Stein" userId="8d4282b5-8a4c-4e66-97a1-a7af4f4232ae" providerId="ADAL" clId="{46D6A179-00B3-4363-9EEB-469A24759780}" dt="2026-03-26T06:24:38.708" v="2077" actId="1076"/>
          <ac:spMkLst>
            <pc:docMk/>
            <pc:sldMk cId="1097826576" sldId="2147483306"/>
            <ac:spMk id="64" creationId="{8E8A9E3D-1C2C-5C18-6218-AFAF57774CFD}"/>
          </ac:spMkLst>
        </pc:spChg>
        <pc:spChg chg="add mod">
          <ac:chgData name="Yuval Stein" userId="8d4282b5-8a4c-4e66-97a1-a7af4f4232ae" providerId="ADAL" clId="{46D6A179-00B3-4363-9EEB-469A24759780}" dt="2026-03-26T06:24:38.708" v="2077" actId="1076"/>
          <ac:spMkLst>
            <pc:docMk/>
            <pc:sldMk cId="1097826576" sldId="2147483306"/>
            <ac:spMk id="66" creationId="{2AF16CA6-ACBE-9CC2-7633-BD9671D28D57}"/>
          </ac:spMkLst>
        </pc:spChg>
        <pc:spChg chg="add mod">
          <ac:chgData name="Yuval Stein" userId="8d4282b5-8a4c-4e66-97a1-a7af4f4232ae" providerId="ADAL" clId="{46D6A179-00B3-4363-9EEB-469A24759780}" dt="2026-03-26T06:28:21.438" v="2215" actId="20577"/>
          <ac:spMkLst>
            <pc:docMk/>
            <pc:sldMk cId="1097826576" sldId="2147483306"/>
            <ac:spMk id="79" creationId="{CD5BB58F-FCC6-322E-CEDA-FEFA480E0F4E}"/>
          </ac:spMkLst>
        </pc:spChg>
        <pc:spChg chg="add mod">
          <ac:chgData name="Yuval Stein" userId="8d4282b5-8a4c-4e66-97a1-a7af4f4232ae" providerId="ADAL" clId="{46D6A179-00B3-4363-9EEB-469A24759780}" dt="2026-03-26T06:55:37.511" v="2853" actId="1076"/>
          <ac:spMkLst>
            <pc:docMk/>
            <pc:sldMk cId="1097826576" sldId="2147483306"/>
            <ac:spMk id="91" creationId="{10D86F4C-F94F-D460-D7E3-8C4797AA0D05}"/>
          </ac:spMkLst>
        </pc:spChg>
        <pc:spChg chg="add mod">
          <ac:chgData name="Yuval Stein" userId="8d4282b5-8a4c-4e66-97a1-a7af4f4232ae" providerId="ADAL" clId="{46D6A179-00B3-4363-9EEB-469A24759780}" dt="2026-03-26T07:00:23.369" v="3112" actId="1076"/>
          <ac:spMkLst>
            <pc:docMk/>
            <pc:sldMk cId="1097826576" sldId="2147483306"/>
            <ac:spMk id="92" creationId="{F0F7400C-DCE1-4E99-6369-1C1A4CF8D262}"/>
          </ac:spMkLst>
        </pc:spChg>
        <pc:spChg chg="add mod">
          <ac:chgData name="Yuval Stein" userId="8d4282b5-8a4c-4e66-97a1-a7af4f4232ae" providerId="ADAL" clId="{46D6A179-00B3-4363-9EEB-469A24759780}" dt="2026-03-26T07:00:17.509" v="3111" actId="1076"/>
          <ac:spMkLst>
            <pc:docMk/>
            <pc:sldMk cId="1097826576" sldId="2147483306"/>
            <ac:spMk id="93" creationId="{BF1F5010-D196-6175-F92C-0706ED08509D}"/>
          </ac:spMkLst>
        </pc:spChg>
        <pc:spChg chg="add mod">
          <ac:chgData name="Yuval Stein" userId="8d4282b5-8a4c-4e66-97a1-a7af4f4232ae" providerId="ADAL" clId="{46D6A179-00B3-4363-9EEB-469A24759780}" dt="2026-03-26T06:58:08.617" v="3094" actId="20577"/>
          <ac:spMkLst>
            <pc:docMk/>
            <pc:sldMk cId="1097826576" sldId="2147483306"/>
            <ac:spMk id="94" creationId="{5E441B42-E8B1-FBBB-4B1A-6DD7B9D15480}"/>
          </ac:spMkLst>
        </pc:spChg>
        <pc:spChg chg="add mod">
          <ac:chgData name="Yuval Stein" userId="8d4282b5-8a4c-4e66-97a1-a7af4f4232ae" providerId="ADAL" clId="{46D6A179-00B3-4363-9EEB-469A24759780}" dt="2026-03-26T06:58:03.711" v="3093" actId="1036"/>
          <ac:spMkLst>
            <pc:docMk/>
            <pc:sldMk cId="1097826576" sldId="2147483306"/>
            <ac:spMk id="101" creationId="{A8C46283-2FAA-E8BF-3178-18338477CD96}"/>
          </ac:spMkLst>
        </pc:spChg>
        <pc:picChg chg="mod">
          <ac:chgData name="Yuval Stein" userId="8d4282b5-8a4c-4e66-97a1-a7af4f4232ae" providerId="ADAL" clId="{46D6A179-00B3-4363-9EEB-469A24759780}" dt="2026-03-26T06:17:36.277" v="1861" actId="1038"/>
          <ac:picMkLst>
            <pc:docMk/>
            <pc:sldMk cId="1097826576" sldId="2147483306"/>
            <ac:picMk id="4" creationId="{B3A05D46-5E30-0A24-4378-113C312BACDA}"/>
          </ac:picMkLst>
        </pc:picChg>
        <pc:picChg chg="del">
          <ac:chgData name="Yuval Stein" userId="8d4282b5-8a4c-4e66-97a1-a7af4f4232ae" providerId="ADAL" clId="{46D6A179-00B3-4363-9EEB-469A24759780}" dt="2026-03-26T06:17:55.444" v="1863" actId="478"/>
          <ac:picMkLst>
            <pc:docMk/>
            <pc:sldMk cId="1097826576" sldId="2147483306"/>
            <ac:picMk id="9" creationId="{EB36ACC9-9340-0049-9C23-3C464C7A8338}"/>
          </ac:picMkLst>
        </pc:picChg>
        <pc:picChg chg="del">
          <ac:chgData name="Yuval Stein" userId="8d4282b5-8a4c-4e66-97a1-a7af4f4232ae" providerId="ADAL" clId="{46D6A179-00B3-4363-9EEB-469A24759780}" dt="2026-03-26T06:17:55.444" v="1863" actId="478"/>
          <ac:picMkLst>
            <pc:docMk/>
            <pc:sldMk cId="1097826576" sldId="2147483306"/>
            <ac:picMk id="11" creationId="{84F122CC-6978-DD59-4D36-E0DF16F608A1}"/>
          </ac:picMkLst>
        </pc:picChg>
        <pc:picChg chg="del">
          <ac:chgData name="Yuval Stein" userId="8d4282b5-8a4c-4e66-97a1-a7af4f4232ae" providerId="ADAL" clId="{46D6A179-00B3-4363-9EEB-469A24759780}" dt="2026-03-26T06:20:31.861" v="1956" actId="478"/>
          <ac:picMkLst>
            <pc:docMk/>
            <pc:sldMk cId="1097826576" sldId="2147483306"/>
            <ac:picMk id="14" creationId="{E4838B77-6B3E-5E89-C0EE-36E00A5FF864}"/>
          </ac:picMkLst>
        </pc:picChg>
        <pc:picChg chg="del">
          <ac:chgData name="Yuval Stein" userId="8d4282b5-8a4c-4e66-97a1-a7af4f4232ae" providerId="ADAL" clId="{46D6A179-00B3-4363-9EEB-469A24759780}" dt="2026-03-26T06:20:31.861" v="1956" actId="478"/>
          <ac:picMkLst>
            <pc:docMk/>
            <pc:sldMk cId="1097826576" sldId="2147483306"/>
            <ac:picMk id="16" creationId="{3CC7A127-52CE-A9DE-E368-E1A4543C6517}"/>
          </ac:picMkLst>
        </pc:picChg>
        <pc:picChg chg="del">
          <ac:chgData name="Yuval Stein" userId="8d4282b5-8a4c-4e66-97a1-a7af4f4232ae" providerId="ADAL" clId="{46D6A179-00B3-4363-9EEB-469A24759780}" dt="2026-03-26T06:20:31.861" v="1956" actId="478"/>
          <ac:picMkLst>
            <pc:docMk/>
            <pc:sldMk cId="1097826576" sldId="2147483306"/>
            <ac:picMk id="18" creationId="{3B75D710-553F-30D4-6D9C-767CD362A379}"/>
          </ac:picMkLst>
        </pc:picChg>
        <pc:picChg chg="del">
          <ac:chgData name="Yuval Stein" userId="8d4282b5-8a4c-4e66-97a1-a7af4f4232ae" providerId="ADAL" clId="{46D6A179-00B3-4363-9EEB-469A24759780}" dt="2026-03-26T06:17:55.444" v="1863" actId="478"/>
          <ac:picMkLst>
            <pc:docMk/>
            <pc:sldMk cId="1097826576" sldId="2147483306"/>
            <ac:picMk id="20" creationId="{1DB0CF91-2116-97D4-8C8E-B7272DD71821}"/>
          </ac:picMkLst>
        </pc:picChg>
        <pc:picChg chg="del">
          <ac:chgData name="Yuval Stein" userId="8d4282b5-8a4c-4e66-97a1-a7af4f4232ae" providerId="ADAL" clId="{46D6A179-00B3-4363-9EEB-469A24759780}" dt="2026-03-26T06:17:55.444" v="1863" actId="478"/>
          <ac:picMkLst>
            <pc:docMk/>
            <pc:sldMk cId="1097826576" sldId="2147483306"/>
            <ac:picMk id="22" creationId="{384DCFFD-399B-3F66-34EB-6331A1509EAC}"/>
          </ac:picMkLst>
        </pc:picChg>
        <pc:picChg chg="del">
          <ac:chgData name="Yuval Stein" userId="8d4282b5-8a4c-4e66-97a1-a7af4f4232ae" providerId="ADAL" clId="{46D6A179-00B3-4363-9EEB-469A24759780}" dt="2026-03-26T06:17:55.444" v="1863" actId="478"/>
          <ac:picMkLst>
            <pc:docMk/>
            <pc:sldMk cId="1097826576" sldId="2147483306"/>
            <ac:picMk id="24" creationId="{4538AF27-C81B-8641-C8D4-1986D1AA0467}"/>
          </ac:picMkLst>
        </pc:picChg>
        <pc:picChg chg="mod">
          <ac:chgData name="Yuval Stein" userId="8d4282b5-8a4c-4e66-97a1-a7af4f4232ae" providerId="ADAL" clId="{46D6A179-00B3-4363-9EEB-469A24759780}" dt="2026-03-26T06:57:30.350" v="2971" actId="1076"/>
          <ac:picMkLst>
            <pc:docMk/>
            <pc:sldMk cId="1097826576" sldId="2147483306"/>
            <ac:picMk id="30" creationId="{5F14B4A3-9D9B-55F0-B9B4-8E2381010795}"/>
          </ac:picMkLst>
        </pc:picChg>
        <pc:picChg chg="mod">
          <ac:chgData name="Yuval Stein" userId="8d4282b5-8a4c-4e66-97a1-a7af4f4232ae" providerId="ADAL" clId="{46D6A179-00B3-4363-9EEB-469A24759780}" dt="2026-03-26T06:18:58.499" v="1870" actId="1076"/>
          <ac:picMkLst>
            <pc:docMk/>
            <pc:sldMk cId="1097826576" sldId="2147483306"/>
            <ac:picMk id="32" creationId="{FF321EB5-2F87-A232-FB9E-0FF85D8D619E}"/>
          </ac:picMkLst>
        </pc:picChg>
        <pc:picChg chg="mod">
          <ac:chgData name="Yuval Stein" userId="8d4282b5-8a4c-4e66-97a1-a7af4f4232ae" providerId="ADAL" clId="{46D6A179-00B3-4363-9EEB-469A24759780}" dt="2026-03-26T06:17:36.277" v="1861" actId="1038"/>
          <ac:picMkLst>
            <pc:docMk/>
            <pc:sldMk cId="1097826576" sldId="2147483306"/>
            <ac:picMk id="35" creationId="{593C4A65-5967-5175-5BA6-FA6C15745DD9}"/>
          </ac:picMkLst>
        </pc:picChg>
        <pc:picChg chg="del">
          <ac:chgData name="Yuval Stein" userId="8d4282b5-8a4c-4e66-97a1-a7af4f4232ae" providerId="ADAL" clId="{46D6A179-00B3-4363-9EEB-469A24759780}" dt="2026-03-26T06:17:55.444" v="1863" actId="478"/>
          <ac:picMkLst>
            <pc:docMk/>
            <pc:sldMk cId="1097826576" sldId="2147483306"/>
            <ac:picMk id="39" creationId="{16A5C5CD-7199-8E47-CA4E-3DA627C4CB36}"/>
          </ac:picMkLst>
        </pc:picChg>
        <pc:picChg chg="mod">
          <ac:chgData name="Yuval Stein" userId="8d4282b5-8a4c-4e66-97a1-a7af4f4232ae" providerId="ADAL" clId="{46D6A179-00B3-4363-9EEB-469A24759780}" dt="2026-03-26T06:17:36.277" v="1861" actId="1038"/>
          <ac:picMkLst>
            <pc:docMk/>
            <pc:sldMk cId="1097826576" sldId="2147483306"/>
            <ac:picMk id="40" creationId="{ADEDD0C7-03A9-E888-8A07-1C9D5EABD32B}"/>
          </ac:picMkLst>
        </pc:picChg>
        <pc:picChg chg="mod">
          <ac:chgData name="Yuval Stein" userId="8d4282b5-8a4c-4e66-97a1-a7af4f4232ae" providerId="ADAL" clId="{46D6A179-00B3-4363-9EEB-469A24759780}" dt="2026-03-26T06:17:36.277" v="1861" actId="1038"/>
          <ac:picMkLst>
            <pc:docMk/>
            <pc:sldMk cId="1097826576" sldId="2147483306"/>
            <ac:picMk id="41" creationId="{6CC02A47-10BB-518E-86F9-889132CA844C}"/>
          </ac:picMkLst>
        </pc:picChg>
        <pc:picChg chg="mod">
          <ac:chgData name="Yuval Stein" userId="8d4282b5-8a4c-4e66-97a1-a7af4f4232ae" providerId="ADAL" clId="{46D6A179-00B3-4363-9EEB-469A24759780}" dt="2026-03-26T06:17:36.277" v="1861" actId="1038"/>
          <ac:picMkLst>
            <pc:docMk/>
            <pc:sldMk cId="1097826576" sldId="2147483306"/>
            <ac:picMk id="42" creationId="{68809925-B6AE-6A4A-DAAF-8AD7A193FBE3}"/>
          </ac:picMkLst>
        </pc:picChg>
        <pc:picChg chg="add del mod">
          <ac:chgData name="Yuval Stein" userId="8d4282b5-8a4c-4e66-97a1-a7af4f4232ae" providerId="ADAL" clId="{46D6A179-00B3-4363-9EEB-469A24759780}" dt="2026-03-26T06:20:05.892" v="1955" actId="478"/>
          <ac:picMkLst>
            <pc:docMk/>
            <pc:sldMk cId="1097826576" sldId="2147483306"/>
            <ac:picMk id="44" creationId="{9ACB417D-B13E-0A9C-4DDF-E9872EA8917F}"/>
          </ac:picMkLst>
        </pc:picChg>
        <pc:picChg chg="add mod">
          <ac:chgData name="Yuval Stein" userId="8d4282b5-8a4c-4e66-97a1-a7af4f4232ae" providerId="ADAL" clId="{46D6A179-00B3-4363-9EEB-469A24759780}" dt="2026-03-26T06:24:38.708" v="2077" actId="1076"/>
          <ac:picMkLst>
            <pc:docMk/>
            <pc:sldMk cId="1097826576" sldId="2147483306"/>
            <ac:picMk id="61" creationId="{A5F95476-4FBE-7742-7736-EB6AF43E386A}"/>
          </ac:picMkLst>
        </pc:picChg>
        <pc:picChg chg="add mod">
          <ac:chgData name="Yuval Stein" userId="8d4282b5-8a4c-4e66-97a1-a7af4f4232ae" providerId="ADAL" clId="{46D6A179-00B3-4363-9EEB-469A24759780}" dt="2026-03-26T06:24:38.708" v="2077" actId="1076"/>
          <ac:picMkLst>
            <pc:docMk/>
            <pc:sldMk cId="1097826576" sldId="2147483306"/>
            <ac:picMk id="63" creationId="{77CE1BA7-7983-9AA7-4341-023ADEA8B0AD}"/>
          </ac:picMkLst>
        </pc:picChg>
        <pc:picChg chg="add mod">
          <ac:chgData name="Yuval Stein" userId="8d4282b5-8a4c-4e66-97a1-a7af4f4232ae" providerId="ADAL" clId="{46D6A179-00B3-4363-9EEB-469A24759780}" dt="2026-03-26T06:24:38.708" v="2077" actId="1076"/>
          <ac:picMkLst>
            <pc:docMk/>
            <pc:sldMk cId="1097826576" sldId="2147483306"/>
            <ac:picMk id="65" creationId="{9CB81E06-B728-9513-EBDD-2B669C960DBB}"/>
          </ac:picMkLst>
        </pc:picChg>
        <pc:picChg chg="add mod">
          <ac:chgData name="Yuval Stein" userId="8d4282b5-8a4c-4e66-97a1-a7af4f4232ae" providerId="ADAL" clId="{46D6A179-00B3-4363-9EEB-469A24759780}" dt="2026-03-26T06:24:02.446" v="2073" actId="1076"/>
          <ac:picMkLst>
            <pc:docMk/>
            <pc:sldMk cId="1097826576" sldId="2147483306"/>
            <ac:picMk id="67" creationId="{E36FF5EF-421B-A734-59BD-18E30D8E8D39}"/>
          </ac:picMkLst>
        </pc:picChg>
        <pc:picChg chg="add mod">
          <ac:chgData name="Yuval Stein" userId="8d4282b5-8a4c-4e66-97a1-a7af4f4232ae" providerId="ADAL" clId="{46D6A179-00B3-4363-9EEB-469A24759780}" dt="2026-03-26T06:25:36.655" v="2086" actId="1076"/>
          <ac:picMkLst>
            <pc:docMk/>
            <pc:sldMk cId="1097826576" sldId="2147483306"/>
            <ac:picMk id="69" creationId="{37E926E4-76DB-E581-697D-EB7D1D95CBD1}"/>
          </ac:picMkLst>
        </pc:picChg>
        <pc:cxnChg chg="add del mod">
          <ac:chgData name="Yuval Stein" userId="8d4282b5-8a4c-4e66-97a1-a7af4f4232ae" providerId="ADAL" clId="{46D6A179-00B3-4363-9EEB-469A24759780}" dt="2026-03-26T05:33:46.521" v="279" actId="478"/>
          <ac:cxnSpMkLst>
            <pc:docMk/>
            <pc:sldMk cId="1097826576" sldId="2147483306"/>
            <ac:cxnSpMk id="26" creationId="{2EFA4DCF-D84A-88E8-7BDD-6BDA56B41305}"/>
          </ac:cxnSpMkLst>
        </pc:cxnChg>
        <pc:cxnChg chg="add del mod">
          <ac:chgData name="Yuval Stein" userId="8d4282b5-8a4c-4e66-97a1-a7af4f4232ae" providerId="ADAL" clId="{46D6A179-00B3-4363-9EEB-469A24759780}" dt="2026-03-26T05:33:43.714" v="278" actId="478"/>
          <ac:cxnSpMkLst>
            <pc:docMk/>
            <pc:sldMk cId="1097826576" sldId="2147483306"/>
            <ac:cxnSpMk id="38" creationId="{85DC950D-D9F2-BB30-61FD-F556166A374F}"/>
          </ac:cxnSpMkLst>
        </pc:cxnChg>
        <pc:cxnChg chg="add mod">
          <ac:chgData name="Yuval Stein" userId="8d4282b5-8a4c-4e66-97a1-a7af4f4232ae" providerId="ADAL" clId="{46D6A179-00B3-4363-9EEB-469A24759780}" dt="2026-03-26T06:21:13.141" v="1963" actId="14100"/>
          <ac:cxnSpMkLst>
            <pc:docMk/>
            <pc:sldMk cId="1097826576" sldId="2147483306"/>
            <ac:cxnSpMk id="46" creationId="{EAB83017-A395-BA61-5AD0-131E539BABA7}"/>
          </ac:cxnSpMkLst>
        </pc:cxnChg>
        <pc:cxnChg chg="add mod">
          <ac:chgData name="Yuval Stein" userId="8d4282b5-8a4c-4e66-97a1-a7af4f4232ae" providerId="ADAL" clId="{46D6A179-00B3-4363-9EEB-469A24759780}" dt="2026-03-26T06:21:34.371" v="1967" actId="1076"/>
          <ac:cxnSpMkLst>
            <pc:docMk/>
            <pc:sldMk cId="1097826576" sldId="2147483306"/>
            <ac:cxnSpMk id="50" creationId="{EB481DB5-E66C-CB0A-9875-4903F5793D09}"/>
          </ac:cxnSpMkLst>
        </pc:cxnChg>
        <pc:cxnChg chg="add mod">
          <ac:chgData name="Yuval Stein" userId="8d4282b5-8a4c-4e66-97a1-a7af4f4232ae" providerId="ADAL" clId="{46D6A179-00B3-4363-9EEB-469A24759780}" dt="2026-03-26T06:33:36.312" v="2251" actId="1076"/>
          <ac:cxnSpMkLst>
            <pc:docMk/>
            <pc:sldMk cId="1097826576" sldId="2147483306"/>
            <ac:cxnSpMk id="51" creationId="{852129AF-461B-D305-805A-89E777436DE2}"/>
          </ac:cxnSpMkLst>
        </pc:cxnChg>
        <pc:cxnChg chg="add mod">
          <ac:chgData name="Yuval Stein" userId="8d4282b5-8a4c-4e66-97a1-a7af4f4232ae" providerId="ADAL" clId="{46D6A179-00B3-4363-9EEB-469A24759780}" dt="2026-03-26T06:57:18.483" v="2967" actId="14100"/>
          <ac:cxnSpMkLst>
            <pc:docMk/>
            <pc:sldMk cId="1097826576" sldId="2147483306"/>
            <ac:cxnSpMk id="55" creationId="{63EEC764-6DA8-94A9-5BC5-432AF9E46A41}"/>
          </ac:cxnSpMkLst>
        </pc:cxnChg>
        <pc:cxnChg chg="add mod">
          <ac:chgData name="Yuval Stein" userId="8d4282b5-8a4c-4e66-97a1-a7af4f4232ae" providerId="ADAL" clId="{46D6A179-00B3-4363-9EEB-469A24759780}" dt="2026-03-26T06:57:35.330" v="2972" actId="14100"/>
          <ac:cxnSpMkLst>
            <pc:docMk/>
            <pc:sldMk cId="1097826576" sldId="2147483306"/>
            <ac:cxnSpMk id="70" creationId="{DD042DAB-478E-1498-559A-C7EC4649DBB6}"/>
          </ac:cxnSpMkLst>
        </pc:cxnChg>
        <pc:cxnChg chg="add del mod">
          <ac:chgData name="Yuval Stein" userId="8d4282b5-8a4c-4e66-97a1-a7af4f4232ae" providerId="ADAL" clId="{46D6A179-00B3-4363-9EEB-469A24759780}" dt="2026-03-26T06:28:03.579" v="2189" actId="478"/>
          <ac:cxnSpMkLst>
            <pc:docMk/>
            <pc:sldMk cId="1097826576" sldId="2147483306"/>
            <ac:cxnSpMk id="73" creationId="{D26389C0-AC63-93D6-E354-32BAF7CE22EB}"/>
          </ac:cxnSpMkLst>
        </pc:cxnChg>
        <pc:cxnChg chg="add del mod">
          <ac:chgData name="Yuval Stein" userId="8d4282b5-8a4c-4e66-97a1-a7af4f4232ae" providerId="ADAL" clId="{46D6A179-00B3-4363-9EEB-469A24759780}" dt="2026-03-26T06:29:02.228" v="2220" actId="478"/>
          <ac:cxnSpMkLst>
            <pc:docMk/>
            <pc:sldMk cId="1097826576" sldId="2147483306"/>
            <ac:cxnSpMk id="80" creationId="{78262CD2-1551-4222-52E6-4948EBAD31C0}"/>
          </ac:cxnSpMkLst>
        </pc:cxnChg>
        <pc:cxnChg chg="add mod">
          <ac:chgData name="Yuval Stein" userId="8d4282b5-8a4c-4e66-97a1-a7af4f4232ae" providerId="ADAL" clId="{46D6A179-00B3-4363-9EEB-469A24759780}" dt="2026-03-26T06:29:36.217" v="2227" actId="14100"/>
          <ac:cxnSpMkLst>
            <pc:docMk/>
            <pc:sldMk cId="1097826576" sldId="2147483306"/>
            <ac:cxnSpMk id="83" creationId="{422710C8-BBB3-B018-1E9D-43CA41ADCA9D}"/>
          </ac:cxnSpMkLst>
        </pc:cxnChg>
        <pc:cxnChg chg="add mod">
          <ac:chgData name="Yuval Stein" userId="8d4282b5-8a4c-4e66-97a1-a7af4f4232ae" providerId="ADAL" clId="{46D6A179-00B3-4363-9EEB-469A24759780}" dt="2026-03-26T06:57:39.183" v="2973" actId="14100"/>
          <ac:cxnSpMkLst>
            <pc:docMk/>
            <pc:sldMk cId="1097826576" sldId="2147483306"/>
            <ac:cxnSpMk id="98" creationId="{92C17841-7022-58B2-B92B-8BB83BB1D6E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281FB-60D2-4FA7-AA50-25AB5ABA21F0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EC0B0-27FC-4342-A1B9-6035335C0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69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B5D81-A12D-C3AC-5EFD-C0C1A508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E996D-AE72-6EF4-BC92-A73A61A7B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E671B-E20E-1CAF-EB55-0710AB6A7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9EB85-1B76-CA31-0E7A-642AC3DE9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EC0B0-27FC-4342-A1B9-6035335C00F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66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80D0-17A1-F43C-8C9D-2A6DC13F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BB1D9-CCFF-06C6-03D3-BDFE78990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51171-8CA4-66A8-1041-FC5626538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3A973-3FC5-FB36-0FFD-A51713FC5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EC0B0-27FC-4342-A1B9-6035335C00F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11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761B8-22DC-F443-8E61-53278CFE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0F22C-8D4A-C0A3-83E4-402A35267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171A7-6E66-E7D9-CB13-0E946B7DE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18259-4B37-3D41-D3DB-0B3D334E2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CEC0B0-27FC-4342-A1B9-6035335C00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348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3671-4D8C-5D5C-7EFE-E573B9314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D24AF-954E-25D5-7E31-94B4C2E18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015D9-450C-4A67-503B-B62B17DF4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CD346-2155-30DB-6DC7-2CE05CB2A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CEC0B0-27FC-4342-A1B9-6035335C00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707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7B39E-75F7-EFDA-AC2C-D76F1F24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4C88C-09C4-CF63-55E6-E47CFAC51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FBE49-D2F0-5552-5262-F052E102C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0F101-D9E1-D283-ECDF-D1C037A0D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CEC0B0-27FC-4342-A1B9-6035335C00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5488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DFD4F-3BD2-A619-33A6-AC21A6FC3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663E4-B51A-7409-0291-3F8A1845A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D7D6F-B12B-2E7F-3B5E-90436E197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6B16D-270A-CB87-4900-34B2EF817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EC0B0-27FC-4342-A1B9-6035335C00F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360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EC0B0-27FC-4342-A1B9-6035335C00F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43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0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48.png"/><Relationship Id="rId3" Type="http://schemas.openxmlformats.org/officeDocument/2006/relationships/image" Target="../media/image34.png"/><Relationship Id="rId7" Type="http://schemas.openxmlformats.org/officeDocument/2006/relationships/image" Target="../media/image50.png"/><Relationship Id="rId12" Type="http://schemas.openxmlformats.org/officeDocument/2006/relationships/image" Target="../media/image47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7.svg"/><Relationship Id="rId11" Type="http://schemas.openxmlformats.org/officeDocument/2006/relationships/image" Target="../media/image49.png"/><Relationship Id="rId5" Type="http://schemas.openxmlformats.org/officeDocument/2006/relationships/image" Target="../media/image36.png"/><Relationship Id="rId10" Type="http://schemas.openxmlformats.org/officeDocument/2006/relationships/image" Target="../media/image46.png"/><Relationship Id="rId4" Type="http://schemas.openxmlformats.org/officeDocument/2006/relationships/image" Target="../media/image35.svg"/><Relationship Id="rId9" Type="http://schemas.openxmlformats.org/officeDocument/2006/relationships/image" Target="../media/image45.png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7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DE717A-961A-1F01-EFF7-76C93ECDB3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728000" y="2129400"/>
            <a:ext cx="6360688" cy="4377763"/>
          </a:xfrm>
        </p:spPr>
        <p:txBody>
          <a:bodyPr/>
          <a:lstStyle>
            <a:lvl1pPr marL="0" indent="0">
              <a:lnSpc>
                <a:spcPts val="5600"/>
              </a:lnSpc>
              <a:spcAft>
                <a:spcPts val="0"/>
              </a:spcAft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3600"/>
              </a:lnSpc>
              <a:spcBef>
                <a:spcPts val="1200"/>
              </a:spcBef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Aptos Light" panose="020B0004020202020204" pitchFamily="34" charset="0"/>
              </a:defRPr>
            </a:lvl2pPr>
            <a:lvl3pPr marL="0" indent="0">
              <a:lnSpc>
                <a:spcPts val="3000"/>
              </a:lnSpc>
              <a:spcBef>
                <a:spcPts val="1200"/>
              </a:spcBef>
              <a:buNone/>
              <a:defRPr sz="2400">
                <a:solidFill>
                  <a:schemeClr val="bg1"/>
                </a:solidFill>
                <a:latin typeface="Aptos Light" panose="020B0004020202020204" pitchFamily="34" charset="0"/>
              </a:defRPr>
            </a:lvl3pPr>
            <a:lvl4pPr marL="0" indent="0"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Title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 descr="A black and white text with red letters&#10;&#10;AI-generated content may be incorrect.">
            <a:extLst>
              <a:ext uri="{FF2B5EF4-FFF2-40B4-BE49-F238E27FC236}">
                <a16:creationId xmlns:a16="http://schemas.microsoft.com/office/drawing/2014/main" id="{688AD1B3-0D0F-FE72-081C-ABE02C5FF0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00" y="367200"/>
            <a:ext cx="1423419" cy="9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0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Opt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DE717A-961A-1F01-EFF7-76C93ECDB3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4728000" y="2129400"/>
            <a:ext cx="6360688" cy="4377763"/>
          </a:xfrm>
        </p:spPr>
        <p:txBody>
          <a:bodyPr/>
          <a:lstStyle>
            <a:lvl1pPr marL="0" indent="0">
              <a:lnSpc>
                <a:spcPts val="5600"/>
              </a:lnSpc>
              <a:spcAft>
                <a:spcPts val="0"/>
              </a:spcAft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3600"/>
              </a:lnSpc>
              <a:spcBef>
                <a:spcPts val="1200"/>
              </a:spcBef>
              <a:buFont typeface="Arial" panose="020B0604020202020204" pitchFamily="34" charset="0"/>
              <a:buNone/>
              <a:defRPr sz="3000">
                <a:solidFill>
                  <a:schemeClr val="bg1"/>
                </a:solidFill>
                <a:latin typeface="Aptos Light" panose="020B0004020202020204" pitchFamily="34" charset="0"/>
              </a:defRPr>
            </a:lvl2pPr>
            <a:lvl3pPr marL="0" indent="0">
              <a:lnSpc>
                <a:spcPts val="3000"/>
              </a:lnSpc>
              <a:spcBef>
                <a:spcPts val="1200"/>
              </a:spcBef>
              <a:buNone/>
              <a:defRPr sz="2400">
                <a:solidFill>
                  <a:schemeClr val="bg1"/>
                </a:solidFill>
                <a:latin typeface="Aptos Light" panose="020B0004020202020204" pitchFamily="34" charset="0"/>
              </a:defRPr>
            </a:lvl3pPr>
            <a:lvl4pPr marL="0" indent="0"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Title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65C3282-B867-A743-3D10-81DE893CEB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352" y="248199"/>
            <a:ext cx="177448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7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gradient&#10;&#10;AI-generated content may be incorrect.">
            <a:extLst>
              <a:ext uri="{FF2B5EF4-FFF2-40B4-BE49-F238E27FC236}">
                <a16:creationId xmlns:a16="http://schemas.microsoft.com/office/drawing/2014/main" id="{D5A0DA32-38AC-1386-8EF4-1F70E9E88D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320785" cy="6858000"/>
          </a:xfrm>
          <a:prstGeom prst="rect">
            <a:avLst/>
          </a:prstGeom>
        </p:spPr>
      </p:pic>
      <p:pic>
        <p:nvPicPr>
          <p:cNvPr id="9" name="Picture 8" descr="A red and black gradient&#10;&#10;AI-generated content may be incorrect.">
            <a:extLst>
              <a:ext uri="{FF2B5EF4-FFF2-40B4-BE49-F238E27FC236}">
                <a16:creationId xmlns:a16="http://schemas.microsoft.com/office/drawing/2014/main" id="{54309C6E-E774-ACB3-93FD-9193BB41B6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61000"/>
            <a:ext cx="8965710" cy="349911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755ED1A-F732-50AB-461A-58E28D500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457908" y="5891400"/>
            <a:ext cx="7920000" cy="752400"/>
          </a:xfr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sz="20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487200" y="2608200"/>
            <a:ext cx="7920000" cy="2530800"/>
          </a:xfrm>
        </p:spPr>
        <p:txBody>
          <a:bodyPr/>
          <a:lstStyle>
            <a:lvl1pPr marL="0" indent="0">
              <a:lnSpc>
                <a:spcPts val="6000"/>
              </a:lnSpc>
              <a:spcAft>
                <a:spcPts val="0"/>
              </a:spcAft>
              <a:buFont typeface="Arial" panose="020B0604020202020204" pitchFamily="34" charset="0"/>
              <a:buNone/>
              <a:defRPr sz="6000" b="1">
                <a:solidFill>
                  <a:schemeClr val="bg1"/>
                </a:solidFill>
              </a:defRPr>
            </a:lvl1pPr>
            <a:lvl2pPr marL="0" indent="0">
              <a:lnSpc>
                <a:spcPts val="4320"/>
              </a:lnSpc>
              <a:spcBef>
                <a:spcPts val="1000"/>
              </a:spcBef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E010-66F4-9611-CFC1-53980F9CED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9105600" y="6213460"/>
            <a:ext cx="2640313" cy="515499"/>
          </a:xfrm>
        </p:spPr>
        <p:txBody>
          <a:bodyPr/>
          <a:lstStyle>
            <a:lvl1pPr algn="r">
              <a:defRPr sz="1800"/>
            </a:lvl1pPr>
          </a:lstStyle>
          <a:p>
            <a:r>
              <a:rPr lang="en-GB"/>
              <a:t>Month DD 2025</a:t>
            </a:r>
          </a:p>
        </p:txBody>
      </p:sp>
      <p:pic>
        <p:nvPicPr>
          <p:cNvPr id="13" name="Picture 12" descr="A black and pink rectangle with a black background&#10;&#10;AI-generated content may be incorrect.">
            <a:extLst>
              <a:ext uri="{FF2B5EF4-FFF2-40B4-BE49-F238E27FC236}">
                <a16:creationId xmlns:a16="http://schemas.microsoft.com/office/drawing/2014/main" id="{8D969FF2-6F5A-18E9-B1E0-34C9CE8DAB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4000" y="624600"/>
            <a:ext cx="3759716" cy="3759716"/>
          </a:xfrm>
          <a:prstGeom prst="rect">
            <a:avLst/>
          </a:prstGeom>
        </p:spPr>
      </p:pic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12AB1389-7B21-EA48-C448-86B9D89EED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525600" y="0"/>
            <a:ext cx="4377600" cy="6858000"/>
          </a:xfrm>
          <a:prstGeom prst="foldedCorner">
            <a:avLst/>
          </a:prstGeom>
          <a:solidFill>
            <a:schemeClr val="bg1"/>
          </a:solidFill>
          <a:ln>
            <a:noFill/>
          </a:ln>
          <a:effectLst>
            <a:outerShdw blurRad="254000" dist="127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144000" rtlCol="0" anchor="t"/>
          <a:lstStyle/>
          <a:p>
            <a:pPr algn="l"/>
            <a:r>
              <a:rPr lang="en-GB" sz="2000" b="1" baseline="0">
                <a:solidFill>
                  <a:schemeClr val="tx2"/>
                </a:solidFill>
                <a:latin typeface="+mj-lt"/>
              </a:rPr>
              <a:t>Background images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To insert a background image, please 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use ‘</a:t>
            </a:r>
            <a:r>
              <a:rPr lang="en-GB" sz="1600" b="1">
                <a:solidFill>
                  <a:schemeClr val="tx2"/>
                </a:solidFill>
              </a:rPr>
              <a:t>Format Background</a:t>
            </a:r>
            <a:r>
              <a:rPr lang="en-GB" sz="1600">
                <a:solidFill>
                  <a:schemeClr val="tx2"/>
                </a:solidFill>
              </a:rPr>
              <a:t>’ and then select ‘</a:t>
            </a:r>
            <a:r>
              <a:rPr lang="en-GB" sz="1600" b="1">
                <a:solidFill>
                  <a:schemeClr val="tx2"/>
                </a:solidFill>
              </a:rPr>
              <a:t>Picture or Texture Fill</a:t>
            </a:r>
            <a:r>
              <a:rPr lang="en-GB" sz="1600">
                <a:solidFill>
                  <a:schemeClr val="tx2"/>
                </a:solidFill>
              </a:rPr>
              <a:t>’. Click on the ‘</a:t>
            </a:r>
            <a:r>
              <a:rPr lang="en-GB" sz="1600" b="1">
                <a:solidFill>
                  <a:schemeClr val="tx2"/>
                </a:solidFill>
              </a:rPr>
              <a:t>Insert</a:t>
            </a:r>
            <a:r>
              <a:rPr lang="en-GB" sz="1600">
                <a:solidFill>
                  <a:schemeClr val="tx2"/>
                </a:solidFill>
              </a:rPr>
              <a:t>’ button and choose ‘</a:t>
            </a:r>
            <a:r>
              <a:rPr lang="en-GB" sz="1600" b="1">
                <a:solidFill>
                  <a:schemeClr val="tx2"/>
                </a:solidFill>
              </a:rPr>
              <a:t>From a File</a:t>
            </a:r>
            <a:r>
              <a:rPr lang="en-GB" sz="1600">
                <a:solidFill>
                  <a:schemeClr val="tx2"/>
                </a:solidFill>
              </a:rPr>
              <a:t>’. This will enable you to navigate to your image folder, where you can select an image. This will automatically set your chosen image as 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the background for this slide.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ECE4C2-43EA-085A-1047-6A988B9739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854453" y="3047444"/>
            <a:ext cx="1574078" cy="1652311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AD2648-CA6E-E0D2-AA50-C4E0E828BC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817580" y="4863606"/>
            <a:ext cx="2786020" cy="1643617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4C9541BF-04E9-BCD4-B581-076C8EC8F9E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91344" y="264673"/>
            <a:ext cx="1440000" cy="8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18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gradient&#10;&#10;AI-generated content may be incorrect.">
            <a:extLst>
              <a:ext uri="{FF2B5EF4-FFF2-40B4-BE49-F238E27FC236}">
                <a16:creationId xmlns:a16="http://schemas.microsoft.com/office/drawing/2014/main" id="{F4BA54E8-BB7B-81DC-FADD-DE02FA2BFD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320785" cy="6858000"/>
          </a:xfrm>
          <a:prstGeom prst="rect">
            <a:avLst/>
          </a:prstGeom>
        </p:spPr>
      </p:pic>
      <p:pic>
        <p:nvPicPr>
          <p:cNvPr id="9" name="Picture 8" descr="A red and black gradient&#10;&#10;AI-generated content may be incorrect.">
            <a:extLst>
              <a:ext uri="{FF2B5EF4-FFF2-40B4-BE49-F238E27FC236}">
                <a16:creationId xmlns:a16="http://schemas.microsoft.com/office/drawing/2014/main" id="{54309C6E-E774-ACB3-93FD-9193BB41B6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61000"/>
            <a:ext cx="8965710" cy="349911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755ED1A-F732-50AB-461A-58E28D500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457908" y="5891400"/>
            <a:ext cx="7920000" cy="752400"/>
          </a:xfr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sz="20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487200" y="2608200"/>
            <a:ext cx="7920000" cy="2530800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1">
                <a:solidFill>
                  <a:schemeClr val="bg1"/>
                </a:solidFill>
              </a:defRPr>
            </a:lvl1pPr>
            <a:lvl2pPr marL="0" indent="0">
              <a:lnSpc>
                <a:spcPts val="4320"/>
              </a:lnSpc>
              <a:spcBef>
                <a:spcPts val="1000"/>
              </a:spcBef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E010-66F4-9611-CFC1-53980F9CED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9105600" y="6213460"/>
            <a:ext cx="2640313" cy="515499"/>
          </a:xfrm>
        </p:spPr>
        <p:txBody>
          <a:bodyPr/>
          <a:lstStyle>
            <a:lvl1pPr algn="r">
              <a:defRPr sz="1800"/>
            </a:lvl1pPr>
          </a:lstStyle>
          <a:p>
            <a:r>
              <a:rPr lang="en-GB"/>
              <a:t>Month DD 2025</a:t>
            </a:r>
          </a:p>
        </p:txBody>
      </p:sp>
      <p:pic>
        <p:nvPicPr>
          <p:cNvPr id="13" name="Picture 12" descr="A black and pink rectangle with a black background&#10;&#10;AI-generated content may be incorrect.">
            <a:extLst>
              <a:ext uri="{FF2B5EF4-FFF2-40B4-BE49-F238E27FC236}">
                <a16:creationId xmlns:a16="http://schemas.microsoft.com/office/drawing/2014/main" id="{8D969FF2-6F5A-18E9-B1E0-34C9CE8DAB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4000" y="624600"/>
            <a:ext cx="3759716" cy="3759716"/>
          </a:xfrm>
          <a:prstGeom prst="rect">
            <a:avLst/>
          </a:prstGeom>
        </p:spPr>
      </p:pic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66E9546E-CCB3-00B8-88D1-48387EE526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525600" y="0"/>
            <a:ext cx="4377600" cy="6858000"/>
          </a:xfrm>
          <a:prstGeom prst="foldedCorner">
            <a:avLst/>
          </a:prstGeom>
          <a:solidFill>
            <a:schemeClr val="bg1"/>
          </a:solidFill>
          <a:ln>
            <a:noFill/>
          </a:ln>
          <a:effectLst>
            <a:outerShdw blurRad="254000" dist="127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144000" rtlCol="0" anchor="t"/>
          <a:lstStyle/>
          <a:p>
            <a:pPr algn="l"/>
            <a:r>
              <a:rPr lang="en-GB" sz="2000" b="1" baseline="0">
                <a:solidFill>
                  <a:schemeClr val="tx2"/>
                </a:solidFill>
                <a:latin typeface="+mj-lt"/>
              </a:rPr>
              <a:t>Background images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To insert a background image, please 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use ‘</a:t>
            </a:r>
            <a:r>
              <a:rPr lang="en-GB" sz="1600" b="1">
                <a:solidFill>
                  <a:schemeClr val="tx2"/>
                </a:solidFill>
              </a:rPr>
              <a:t>Format Background</a:t>
            </a:r>
            <a:r>
              <a:rPr lang="en-GB" sz="1600">
                <a:solidFill>
                  <a:schemeClr val="tx2"/>
                </a:solidFill>
              </a:rPr>
              <a:t>’ and then select ‘</a:t>
            </a:r>
            <a:r>
              <a:rPr lang="en-GB" sz="1600" b="1">
                <a:solidFill>
                  <a:schemeClr val="tx2"/>
                </a:solidFill>
              </a:rPr>
              <a:t>Picture or Texture Fill</a:t>
            </a:r>
            <a:r>
              <a:rPr lang="en-GB" sz="1600">
                <a:solidFill>
                  <a:schemeClr val="tx2"/>
                </a:solidFill>
              </a:rPr>
              <a:t>’. Click on the ‘</a:t>
            </a:r>
            <a:r>
              <a:rPr lang="en-GB" sz="1600" b="1">
                <a:solidFill>
                  <a:schemeClr val="tx2"/>
                </a:solidFill>
              </a:rPr>
              <a:t>Insert</a:t>
            </a:r>
            <a:r>
              <a:rPr lang="en-GB" sz="1600">
                <a:solidFill>
                  <a:schemeClr val="tx2"/>
                </a:solidFill>
              </a:rPr>
              <a:t>’ button and choose ‘</a:t>
            </a:r>
            <a:r>
              <a:rPr lang="en-GB" sz="1600" b="1">
                <a:solidFill>
                  <a:schemeClr val="tx2"/>
                </a:solidFill>
              </a:rPr>
              <a:t>From a File</a:t>
            </a:r>
            <a:r>
              <a:rPr lang="en-GB" sz="1600">
                <a:solidFill>
                  <a:schemeClr val="tx2"/>
                </a:solidFill>
              </a:rPr>
              <a:t>’. This will enable you to navigate to your image folder, where you can select an image. This will automatically set your chosen image as 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the background for this slide.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00D8EB-07C8-805C-2C7C-C618D6196AC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854453" y="3047444"/>
            <a:ext cx="1574078" cy="1652311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AB065B-E453-8B7D-6975-5730015E987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817580" y="4863606"/>
            <a:ext cx="2786020" cy="1643617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3A0AAE5E-A1DD-7CCC-0391-52BED1F9404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91344" y="264673"/>
            <a:ext cx="1440000" cy="8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3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- Opt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CD0332-B8E4-906B-9781-DEA547FA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5C5627-92CB-7F15-2339-E63CEA77E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949DA-512A-24A5-5537-21B9C47E18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5217581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CD0332-B8E4-906B-9781-DEA547FA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5C5627-92CB-7F15-2339-E63CEA77E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949DA-512A-24A5-5537-21B9C47E18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14245170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-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CD0332-B8E4-906B-9781-DEA547FA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5C5627-92CB-7F15-2339-E63CEA77E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949DA-512A-24A5-5537-21B9C47E18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3797462741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CD0332-B8E4-906B-9781-DEA547FA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5C5627-92CB-7F15-2339-E63CEA77E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949DA-512A-24A5-5537-21B9C47E18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47051420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-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CD0332-B8E4-906B-9781-DEA547FA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5C5627-92CB-7F15-2339-E63CEA77E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949DA-512A-24A5-5537-21B9C47E18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1739803707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-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381505" y="2210305"/>
            <a:ext cx="7920000" cy="3681096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CD0332-B8E4-906B-9781-DEA547FA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5C5627-92CB-7F15-2339-E63CEA77E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949DA-512A-24A5-5537-21B9C47E18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10504466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/Divider Slide - Opt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2869F40-8E25-50E3-30FD-FD66FADEF1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4469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245240" y="2221787"/>
            <a:ext cx="6539802" cy="3669614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CD0332-B8E4-906B-9781-DEA547FA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5C5627-92CB-7F15-2339-E63CEA77E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949DA-512A-24A5-5537-21B9C47E18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E552945-3301-A8C6-9A04-166907AB3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5245240" y="298101"/>
            <a:ext cx="6539802" cy="1557700"/>
          </a:xfrm>
        </p:spPr>
        <p:txBody>
          <a:bodyPr/>
          <a:lstStyle>
            <a:lvl1pPr marL="0" indent="0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5962507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Content - Optio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26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3E325-BFCA-C2E3-9F7C-874754F369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1921913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/Divider Slide - Opt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2869F40-8E25-50E3-30FD-FD66FADEF1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88132" cy="6857143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245240" y="2221787"/>
            <a:ext cx="6539802" cy="3669614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CD0332-B8E4-906B-9781-DEA547FA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5C5627-92CB-7F15-2339-E63CEA77E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949DA-512A-24A5-5537-21B9C47E18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E552945-3301-A8C6-9A04-166907AB3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5245240" y="298101"/>
            <a:ext cx="6539802" cy="1557700"/>
          </a:xfrm>
        </p:spPr>
        <p:txBody>
          <a:bodyPr/>
          <a:lstStyle>
            <a:lvl1pPr marL="0" indent="0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8982039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Content - Optio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26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3E325-BFCA-C2E3-9F7C-874754F369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1390545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/Divider Slide - Opt 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ink squares on a black background&#10;&#10;AI-generated content may be incorrect.">
            <a:extLst>
              <a:ext uri="{FF2B5EF4-FFF2-40B4-BE49-F238E27FC236}">
                <a16:creationId xmlns:a16="http://schemas.microsoft.com/office/drawing/2014/main" id="{E7B4E58D-7629-803A-0553-108A691592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346546" cy="6857571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245240" y="2221787"/>
            <a:ext cx="6539802" cy="3669614"/>
          </a:xfrm>
        </p:spPr>
        <p:txBody>
          <a:bodyPr/>
          <a:lstStyle>
            <a:lvl1pPr marL="0" indent="0">
              <a:lnSpc>
                <a:spcPts val="5000"/>
              </a:lnSpc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CD0332-B8E4-906B-9781-DEA547FA9D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1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5C5627-92CB-7F15-2339-E63CEA77E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C345F1-AB65-1295-AFDA-3A6A80AC8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949DA-512A-24A5-5537-21B9C47E18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E552945-3301-A8C6-9A04-166907AB3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5245240" y="298101"/>
            <a:ext cx="6539802" cy="1557700"/>
          </a:xfrm>
        </p:spPr>
        <p:txBody>
          <a:bodyPr/>
          <a:lstStyle>
            <a:lvl1pPr marL="0" indent="0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2739252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Content - Optio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lnSpc>
                <a:spcPts val="3000"/>
              </a:lnSpc>
              <a:spcAft>
                <a:spcPts val="0"/>
              </a:spcAft>
              <a:buNone/>
              <a:defRPr sz="26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3E325-BFCA-C2E3-9F7C-874754F369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125805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- Mission On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pink squares&#10;&#10;AI-generated content may be incorrect.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14" r="13319" b="10430"/>
          <a:stretch>
            <a:fillRect/>
          </a:stretch>
        </p:blipFill>
        <p:spPr>
          <a:xfrm>
            <a:off x="10476000" y="1"/>
            <a:ext cx="1716000" cy="64061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56125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- Mission On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F70D2-ACFB-BB4A-E636-ED45652D1A97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22" r="13683" b="10653"/>
          <a:stretch>
            <a:fillRect/>
          </a:stretch>
        </p:blipFill>
        <p:spPr>
          <a:xfrm>
            <a:off x="10483200" y="1"/>
            <a:ext cx="1708800" cy="640382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44000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07282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- Mission On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F70D2-ACFB-BB4A-E636-ED45652D1A97}"/>
              </a:ext>
            </a:extLst>
          </p:cNvPr>
          <p:cNvPicPr preferRelativeResize="0"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44000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86006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- Mission Tw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40" r="4613" b="11164"/>
          <a:stretch>
            <a:fillRect/>
          </a:stretch>
        </p:blipFill>
        <p:spPr>
          <a:xfrm>
            <a:off x="10486800" y="0"/>
            <a:ext cx="1705200" cy="64008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91822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- Mission Tw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E4C7CD-B791-E708-CACB-490D8DFB1656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40" r="4613" b="11244"/>
          <a:stretch>
            <a:fillRect/>
          </a:stretch>
        </p:blipFill>
        <p:spPr>
          <a:xfrm>
            <a:off x="10486800" y="0"/>
            <a:ext cx="1705200" cy="63949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26935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- Mission Two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E4C7CD-B791-E708-CACB-490D8DFB1656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9" name="Picture 8" descr="A red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0EF528CB-57B2-A396-8C14-26DC167701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836" r="4814" b="7046"/>
          <a:stretch>
            <a:fillRect/>
          </a:stretch>
        </p:blipFill>
        <p:spPr>
          <a:xfrm>
            <a:off x="10490400" y="0"/>
            <a:ext cx="1701600" cy="142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9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- Mission Thre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65" r="14309" b="8766"/>
          <a:stretch>
            <a:fillRect/>
          </a:stretch>
        </p:blipFill>
        <p:spPr>
          <a:xfrm>
            <a:off x="10476000" y="0"/>
            <a:ext cx="1716000" cy="639100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976723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 -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BD12743C-4BEE-9AAF-E449-32510B7CC5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7008"/>
          <a:stretch>
            <a:fillRect/>
          </a:stretch>
        </p:blipFill>
        <p:spPr>
          <a:xfrm>
            <a:off x="504" y="3223800"/>
            <a:ext cx="12190992" cy="363391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E262524-CE3E-33C5-CC99-9434169C60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1180800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DA498FE9-ADA0-6D49-6A68-C0151505E3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2967722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B507296A-B26C-44FA-FE65-D81A7F24E7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751084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D7857695-2D9D-9540-33E2-2683ADA3D0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/>
          </p:nvPr>
        </p:nvSpPr>
        <p:spPr>
          <a:xfrm>
            <a:off x="6538006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849E8AB-E5F0-CE32-7E85-8EB765965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/>
          </p:nvPr>
        </p:nvSpPr>
        <p:spPr>
          <a:xfrm>
            <a:off x="8320680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EE4A7A45-2496-198D-A2DE-85B418AEB1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10107602" y="19764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30CE1FEE-4DE4-860F-611B-7AA411BB20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/>
          </p:nvPr>
        </p:nvSpPr>
        <p:spPr>
          <a:xfrm>
            <a:off x="1180800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C1476764-4E31-8634-4119-F29C53C3B3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2967722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2A260E74-466A-9887-BF38-9EAE491D61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/>
          </p:nvPr>
        </p:nvSpPr>
        <p:spPr>
          <a:xfrm>
            <a:off x="4751084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37D4CD4D-BF18-5F90-5DB2-E3355AD97C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6538006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EB4FC758-C7D5-74B7-BAF8-330F313AC0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/>
          </p:nvPr>
        </p:nvSpPr>
        <p:spPr>
          <a:xfrm>
            <a:off x="8320680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0A6516EA-E88C-8CE5-BC2F-492F464C50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5"/>
          </p:nvPr>
        </p:nvSpPr>
        <p:spPr>
          <a:xfrm>
            <a:off x="10107602" y="3600000"/>
            <a:ext cx="903600" cy="9035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7577C34-EFEB-3E12-BEF4-8CC691593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/>
          </p:nvPr>
        </p:nvSpPr>
        <p:spPr>
          <a:xfrm>
            <a:off x="1035050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01C0837-9ED2-1FA4-8BBD-4366127789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2822753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AC3C16F1-EC87-6CF4-5BD1-D37F0DF4AE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4610456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D81BD693-D16E-BF7F-2BF4-65DC7BBF67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6398159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1AAB4FA5-60AD-2726-DD1E-7FC6C37C16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8185862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203DBA7-CBB0-FF71-B596-8B6D9C1EE6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9973566" y="4914000"/>
            <a:ext cx="116215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C31BA3-F91E-68F3-E650-90334B0864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19581140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Icons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32832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7577C34-EFEB-3E12-BEF4-8CC691593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/>
          </p:nvPr>
        </p:nvSpPr>
        <p:spPr>
          <a:xfrm>
            <a:off x="37848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01C0837-9ED2-1FA4-8BBD-4366127789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50160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AC3C16F1-EC87-6CF4-5BD1-D37F0DF4AE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62472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D81BD693-D16E-BF7F-2BF4-65DC7BBF67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74784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1AAB4FA5-60AD-2726-DD1E-7FC6C37C16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87096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203DBA7-CBB0-FF71-B596-8B6D9C1EE6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99408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6D4F15C-D697-F08B-59AE-FDB0DA9D22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37848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E98CA373-9A10-7B9B-C287-899171AB1F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50160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C37D9D5F-81AC-117C-C8C8-2A531DFFD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62472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6CB70F15-F1AC-6A0C-B382-D8E6DDA0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74784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53F545BC-F4DD-B017-9460-7D344557DF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/>
          </p:nvPr>
        </p:nvSpPr>
        <p:spPr>
          <a:xfrm>
            <a:off x="87096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259B3E4E-492F-A23E-FC0B-D0419556D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99408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884EFC8D-814A-5074-CD45-758B419A74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37848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78134F43-471F-A64D-BABD-76161FE074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/>
          </p:nvPr>
        </p:nvSpPr>
        <p:spPr>
          <a:xfrm>
            <a:off x="50160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91FBB0DE-9B65-0C57-81A5-E0CA522C3E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62472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110DE893-21B6-CAEA-15EF-24806A84E7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/>
          </p:nvPr>
        </p:nvSpPr>
        <p:spPr>
          <a:xfrm>
            <a:off x="74784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0A9A68F6-5107-5363-2689-43B8E73885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/>
          </p:nvPr>
        </p:nvSpPr>
        <p:spPr>
          <a:xfrm>
            <a:off x="87096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49AE3C3B-33B8-3C0E-EC89-8CCE019125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3"/>
          </p:nvPr>
        </p:nvSpPr>
        <p:spPr>
          <a:xfrm>
            <a:off x="99408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5702891F-EEBF-FCB9-0AB3-F3D1B4937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/>
          </p:nvPr>
        </p:nvSpPr>
        <p:spPr>
          <a:xfrm>
            <a:off x="9940800" y="5823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9" name="Date Placeholder 3">
            <a:extLst>
              <a:ext uri="{FF2B5EF4-FFF2-40B4-BE49-F238E27FC236}">
                <a16:creationId xmlns:a16="http://schemas.microsoft.com/office/drawing/2014/main" id="{8506AF55-E80A-BE1F-87D6-BE0CBC6C6B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8148000" y="6538913"/>
            <a:ext cx="2394000" cy="1900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Month DD 2025</a:t>
            </a:r>
          </a:p>
        </p:txBody>
      </p:sp>
      <p:sp>
        <p:nvSpPr>
          <p:cNvPr id="190" name="Footer Placeholder 4">
            <a:extLst>
              <a:ext uri="{FF2B5EF4-FFF2-40B4-BE49-F238E27FC236}">
                <a16:creationId xmlns:a16="http://schemas.microsoft.com/office/drawing/2014/main" id="{CFB0B1C3-79B8-1B76-C3DF-D4702F4CC6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3322655" y="6534778"/>
            <a:ext cx="4414946" cy="2411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191" name="Slide Number Placeholder 5">
            <a:extLst>
              <a:ext uri="{FF2B5EF4-FFF2-40B4-BE49-F238E27FC236}">
                <a16:creationId xmlns:a16="http://schemas.microsoft.com/office/drawing/2014/main" id="{6B61DC24-F5E9-6231-6812-DAAC374AC6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020800" y="6531429"/>
            <a:ext cx="764242" cy="1900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AE42A87-C635-23E0-8DAC-ED115E656E7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tx2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6880501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- Dar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32832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7577C34-EFEB-3E12-BEF4-8CC691593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/>
          </p:nvPr>
        </p:nvSpPr>
        <p:spPr>
          <a:xfrm>
            <a:off x="37848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01C0837-9ED2-1FA4-8BBD-4366127789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50160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AC3C16F1-EC87-6CF4-5BD1-D37F0DF4AE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62472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D81BD693-D16E-BF7F-2BF4-65DC7BBF67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74784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1AAB4FA5-60AD-2726-DD1E-7FC6C37C16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87096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6203DBA7-CBB0-FF71-B596-8B6D9C1EE6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9940800" y="1710754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6D4F15C-D697-F08B-59AE-FDB0DA9D22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37848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E98CA373-9A10-7B9B-C287-899171AB1F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50160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C37D9D5F-81AC-117C-C8C8-2A531DFFD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62472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6CB70F15-F1AC-6A0C-B382-D8E6DDA09C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74784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53F545BC-F4DD-B017-9460-7D344557DF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/>
          </p:nvPr>
        </p:nvSpPr>
        <p:spPr>
          <a:xfrm>
            <a:off x="87096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259B3E4E-492F-A23E-FC0B-D0419556D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9940800" y="3384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884EFC8D-814A-5074-CD45-758B419A74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37848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78134F43-471F-A64D-BABD-76161FE074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/>
          </p:nvPr>
        </p:nvSpPr>
        <p:spPr>
          <a:xfrm>
            <a:off x="50160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91FBB0DE-9B65-0C57-81A5-E0CA522C3E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62472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110DE893-21B6-CAEA-15EF-24806A84E7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/>
          </p:nvPr>
        </p:nvSpPr>
        <p:spPr>
          <a:xfrm>
            <a:off x="74784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0A9A68F6-5107-5363-2689-43B8E73885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/>
          </p:nvPr>
        </p:nvSpPr>
        <p:spPr>
          <a:xfrm>
            <a:off x="87096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49AE3C3B-33B8-3C0E-EC89-8CCE019125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3"/>
          </p:nvPr>
        </p:nvSpPr>
        <p:spPr>
          <a:xfrm>
            <a:off x="9940800" y="49284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5702891F-EEBF-FCB9-0AB3-F3D1B4937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/>
          </p:nvPr>
        </p:nvSpPr>
        <p:spPr>
          <a:xfrm>
            <a:off x="9940800" y="5823000"/>
            <a:ext cx="1080000" cy="357187"/>
          </a:xfrm>
        </p:spPr>
        <p:txBody>
          <a:bodyPr/>
          <a:lstStyle>
            <a:lvl1pPr algn="ctr">
              <a:lnSpc>
                <a:spcPts val="12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B87A7E9-7F42-BE79-280D-8A71ECFD21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3462F28-5842-E25E-BE34-36426DB9F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3FDFE45-1163-7F3E-C7CD-C96E2725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B5C944-EA9D-9CE0-D753-018C4D4FF72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38331245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- Mission Thre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E1A1BC-EEF9-A30D-0FC0-C19C078F2DE8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09F1F4-5EE7-774C-F580-2C56AE7D0D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24" r="14309" b="8146"/>
          <a:stretch>
            <a:fillRect/>
          </a:stretch>
        </p:blipFill>
        <p:spPr>
          <a:xfrm>
            <a:off x="10476000" y="1"/>
            <a:ext cx="1716000" cy="64025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09144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- Mission Thre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E1A1BC-EEF9-A30D-0FC0-C19C078F2DE8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142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00" y="1598474"/>
            <a:ext cx="9234000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9" name="Picture 8" descr="A red and white rectangles on a black background&#10;&#10;AI-generated content may be incorrect.">
            <a:extLst>
              <a:ext uri="{FF2B5EF4-FFF2-40B4-BE49-F238E27FC236}">
                <a16:creationId xmlns:a16="http://schemas.microsoft.com/office/drawing/2014/main" id="{E3C6B560-7B7B-0FCD-20F7-60CABCA40C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964" r="14152" b="536"/>
          <a:stretch>
            <a:fillRect/>
          </a:stretch>
        </p:blipFill>
        <p:spPr>
          <a:xfrm>
            <a:off x="10482883" y="0"/>
            <a:ext cx="1711306" cy="141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805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11366242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996874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- Op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5540401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232800" y="1598613"/>
            <a:ext cx="5959200" cy="479858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4751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- Op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21C2B18-0AB7-EF12-CE2E-0469AA3334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29154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5540401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232800" y="1598613"/>
            <a:ext cx="5959200" cy="4798580"/>
          </a:xfrm>
          <a:solidFill>
            <a:schemeClr val="bg2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58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Quote &amp; Image - Op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red and purple gradient&#10;&#10;AI-generated content may be incorrect.">
            <a:extLst>
              <a:ext uri="{FF2B5EF4-FFF2-40B4-BE49-F238E27FC236}">
                <a16:creationId xmlns:a16="http://schemas.microsoft.com/office/drawing/2014/main" id="{7E85816F-5B71-2E79-82E7-2CABF170E0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14"/>
            <a:ext cx="12192000" cy="30011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7455600" cy="1283326"/>
          </a:xfrm>
        </p:spPr>
        <p:txBody>
          <a:bodyPr/>
          <a:lstStyle>
            <a:lvl1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18800" y="3223799"/>
            <a:ext cx="7455600" cy="3009601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Click icon to add picture</a:t>
            </a:r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165D2D2-7374-47AC-762B-5B90B919E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9105600" y="3839712"/>
            <a:ext cx="2667600" cy="1572887"/>
          </a:xfrm>
        </p:spPr>
        <p:txBody>
          <a:bodyPr/>
          <a:lstStyle>
            <a:lvl1pPr>
              <a:lnSpc>
                <a:spcPts val="2100"/>
              </a:lnSpc>
              <a:defRPr sz="1600" b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ts val="2100"/>
              </a:lnSpc>
              <a:buNone/>
              <a:defRPr sz="1600" b="0">
                <a:solidFill>
                  <a:schemeClr val="tx2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262F3639-B29A-EEDE-A22E-D06D68D525F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756218" y="3497622"/>
            <a:ext cx="900000" cy="900000"/>
          </a:xfrm>
          <a:prstGeom prst="rect">
            <a:avLst/>
          </a:prstGeom>
        </p:spPr>
      </p:pic>
      <p:pic>
        <p:nvPicPr>
          <p:cNvPr id="9" name="Picture 15">
            <a:extLst>
              <a:ext uri="{FF2B5EF4-FFF2-40B4-BE49-F238E27FC236}">
                <a16:creationId xmlns:a16="http://schemas.microsoft.com/office/drawing/2014/main" id="{53CCDD09-C108-D5FC-AA2E-625BC298A0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85042" y="47970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597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Quote &amp; Image - Op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red and purple gradient&#10;&#10;AI-generated content may be incorrect.">
            <a:extLst>
              <a:ext uri="{FF2B5EF4-FFF2-40B4-BE49-F238E27FC236}">
                <a16:creationId xmlns:a16="http://schemas.microsoft.com/office/drawing/2014/main" id="{80E0A58C-F0D2-7C85-F25F-5BB1CE2384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14"/>
            <a:ext cx="12192000" cy="30011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4847859" cy="1283326"/>
          </a:xfrm>
        </p:spPr>
        <p:txBody>
          <a:bodyPr/>
          <a:lstStyle>
            <a:lvl1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1pPr>
            <a:lvl2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2pPr>
            <a:lvl3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3pPr>
            <a:lvl4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4pPr>
            <a:lvl5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1627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18800" y="3223799"/>
            <a:ext cx="7455600" cy="3009601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Click icon to add picture</a:t>
            </a:r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801D46E-BEDD-CF32-6E68-F932BBB1C7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5480400" y="1598474"/>
            <a:ext cx="5061600" cy="1281030"/>
          </a:xfrm>
        </p:spPr>
        <p:txBody>
          <a:bodyPr/>
          <a:lstStyle>
            <a:lvl1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1pPr>
            <a:lvl2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2pPr>
            <a:lvl3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3pPr>
            <a:lvl4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4pPr>
            <a:lvl5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165D2D2-7374-47AC-762B-5B90B919E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9105600" y="3839712"/>
            <a:ext cx="2667600" cy="1572887"/>
          </a:xfrm>
        </p:spPr>
        <p:txBody>
          <a:bodyPr/>
          <a:lstStyle>
            <a:lvl1pPr>
              <a:lnSpc>
                <a:spcPts val="2100"/>
              </a:lnSpc>
              <a:defRPr sz="1600" b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ts val="2100"/>
              </a:lnSpc>
              <a:buNone/>
              <a:defRPr sz="1600" b="0">
                <a:solidFill>
                  <a:schemeClr val="tx2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7F581F-FA42-D0D1-D7FC-3AF62089F7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756218" y="3497622"/>
            <a:ext cx="900000" cy="90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69D6EB-52AF-93F9-6029-A97FCA618A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85042" y="47970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148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- Opt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C744C-3403-1214-94AE-78F98C2544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29154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18800" y="1598613"/>
            <a:ext cx="11366242" cy="4634787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Aptos" panose="020B0004020202020204" pitchFamily="34" charset="0"/>
              </a:rPr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534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- Opt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366286D-31D3-343D-6A54-1E947F1871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184933" cy="294574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3398400"/>
            <a:ext cx="5540401" cy="2816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5540401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184933" y="0"/>
            <a:ext cx="6007067" cy="6397193"/>
          </a:xfrm>
          <a:solidFill>
            <a:schemeClr val="bg2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7CDD5C-5B55-16BF-F5E0-1C63E6AF36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418800" y="1602000"/>
            <a:ext cx="5540401" cy="1215386"/>
          </a:xfrm>
        </p:spPr>
        <p:txBody>
          <a:bodyPr/>
          <a:lstStyle>
            <a:lvl1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1pPr>
            <a:lvl2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2pPr>
            <a:lvl3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3pPr>
            <a:lvl4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4pPr>
            <a:lvl5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86873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Image - Opt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5DCE8E-F842-6AC7-6D24-2A9BB50E1F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184933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AD2F48-5808-CCD7-C9E1-17B48E9069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9" b="299"/>
          <a:stretch/>
        </p:blipFill>
        <p:spPr>
          <a:xfrm>
            <a:off x="0" y="6403538"/>
            <a:ext cx="12192000" cy="4544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2268000"/>
            <a:ext cx="5540401" cy="3947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5540401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184933" y="226800"/>
            <a:ext cx="5821067" cy="5943600"/>
          </a:xfrm>
          <a:solidFill>
            <a:schemeClr val="bg2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DBA17-0486-7615-338E-FDC04999F7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32071212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Image - Opt 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3074E02-70B1-3CA3-6515-777778D1C5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184933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3810BB-FCA5-891D-0349-BAEE1463CA3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9" b="299"/>
          <a:stretch/>
        </p:blipFill>
        <p:spPr>
          <a:xfrm>
            <a:off x="0" y="6403538"/>
            <a:ext cx="12192000" cy="4544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2286000"/>
            <a:ext cx="5540401" cy="3947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5540401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D40A1F-529E-1066-9D9A-333468BDE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184933" y="0"/>
            <a:ext cx="6007068" cy="3312000"/>
          </a:xfrm>
          <a:solidFill>
            <a:schemeClr val="bg2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DBA17-0486-7615-338E-FDC04999F7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29689CEE-A897-07B8-4C5E-8EF7BF02A1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bl" sz="quarter" idx="15"/>
          </p:nvPr>
        </p:nvSpPr>
        <p:spPr>
          <a:xfrm>
            <a:off x="6507163" y="3633788"/>
            <a:ext cx="5402262" cy="2668587"/>
          </a:xfrm>
        </p:spPr>
        <p:txBody>
          <a:bodyPr anchor="ctr"/>
          <a:lstStyle>
            <a:lvl1pPr algn="ctr">
              <a:defRPr sz="1600" b="0"/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pic>
        <p:nvPicPr>
          <p:cNvPr id="16" name="Picture 15" descr="A red squares on a black background&#10;&#10;AI-generated content may be incorrect.">
            <a:extLst>
              <a:ext uri="{FF2B5EF4-FFF2-40B4-BE49-F238E27FC236}">
                <a16:creationId xmlns:a16="http://schemas.microsoft.com/office/drawing/2014/main" id="{2A64DD33-1011-CBF7-3B67-7F31EBDC85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0001" y="0"/>
            <a:ext cx="1842000" cy="223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40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- Op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4C94A21-B5FA-1E2A-4070-F138A27D56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29154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1598474"/>
            <a:ext cx="5165303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C17EC0-5DA5-39BD-2988-7BAABE735E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6232799" y="1602288"/>
            <a:ext cx="5165303" cy="457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0329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 - Gradiient Op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2268000"/>
            <a:ext cx="5165303" cy="39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C17EC0-5DA5-39BD-2988-7BAABE735E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6232799" y="2268000"/>
            <a:ext cx="5165303" cy="39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75B0CA-37B2-20B4-8506-4204C34B8F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11231841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 with Quote - Gradiient Op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474B354A-79BC-22C7-E860-0478394479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9383551" y="2963493"/>
            <a:ext cx="2394000" cy="1286307"/>
          </a:xfrm>
        </p:spPr>
        <p:txBody>
          <a:bodyPr/>
          <a:lstStyle>
            <a:lvl1pPr marL="0" indent="0" algn="l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2100"/>
              </a:lnSpc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B03C8D-6AC5-05CA-5137-EBFA094644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37200" y="2650309"/>
            <a:ext cx="896400" cy="896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F3FAB1-B2B7-0D92-0204-2128E93583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25702" y="3465364"/>
            <a:ext cx="896400" cy="89640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A78C925-9FD1-F7DE-8D92-F690B6CF2B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799" y="2268000"/>
            <a:ext cx="5677200" cy="39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6DD46-1F56-FDD4-2CF8-0A154CB84E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9971211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Content  with Image - Gradiient Op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AA4E81-A0FF-3150-D5E3-A6F8B2D008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647804" y="1591386"/>
            <a:ext cx="4810633" cy="4572000"/>
          </a:xfrm>
          <a:prstGeom prst="roundRect">
            <a:avLst>
              <a:gd name="adj" fmla="val 36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799" y="2268000"/>
            <a:ext cx="5677200" cy="39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CFC7DC7-9DCB-F468-BF4A-D0B71A60B5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7464000" y="2197799"/>
            <a:ext cx="3283200" cy="3283201"/>
          </a:xfrm>
        </p:spPr>
        <p:txBody>
          <a:bodyPr anchor="ctr"/>
          <a:lstStyle>
            <a:lvl1pPr algn="ctr">
              <a:defRPr sz="24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DABD6E-395E-38B8-2795-F1F52C33D7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8300008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Content  with Image - Gradiient Opt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418800" y="2266200"/>
            <a:ext cx="5677200" cy="39107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CFC7DC7-9DCB-F468-BF4A-D0B71A60B5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7874400" y="1943099"/>
            <a:ext cx="3146400" cy="3127502"/>
          </a:xfrm>
        </p:spPr>
        <p:txBody>
          <a:bodyPr anchor="ctr"/>
          <a:lstStyle>
            <a:lvl1pPr algn="ctr"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5DDA9B-F355-8440-F4AC-F944F01D85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1309449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 with Image - Gradiient Op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ack background with white lines&#10;&#10;AI-generated content may be incorrect.">
            <a:extLst>
              <a:ext uri="{FF2B5EF4-FFF2-40B4-BE49-F238E27FC236}">
                <a16:creationId xmlns:a16="http://schemas.microsoft.com/office/drawing/2014/main" id="{15E216DE-030A-37F4-1C50-23C34F0F49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000" y="2318400"/>
            <a:ext cx="1701887" cy="17018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8C43-B78A-8B8F-387B-66B238390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757376" y="2266200"/>
            <a:ext cx="4167963" cy="39107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C17EC0-5DA5-39BD-2988-7BAABE735E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7180521" y="2270014"/>
            <a:ext cx="4217581" cy="39107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8E2275F-C3D4-708D-7122-75C4BFFC0C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557154" y="2443336"/>
            <a:ext cx="1414800" cy="1416024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9EBFF-A0DA-17F8-9C4F-74A45355B3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176959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 Images - Gradiient Op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8E2275F-C3D4-708D-7122-75C4BFFC0C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520073" y="17100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BC8FB7-64AD-D6FB-69F3-89DC59C01A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2820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042E351A-26CC-7DB1-CDFC-850424C945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/>
          </p:nvPr>
        </p:nvSpPr>
        <p:spPr>
          <a:xfrm>
            <a:off x="2197200" y="17100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E11978B-5BB0-82B8-5832-4C56F5630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19692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AFDFAA9B-FBA1-8DA4-D067-FF6863673E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3858828" y="17100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94E12F77-7D24-8E22-4786-98848A62EE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36564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E1457648-22A2-8FC8-DE66-942D28815F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5535955" y="17100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70076243-D04D-8935-7637-4E71CEFE5A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53436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E3BD577D-2698-FE13-5DD1-054E3034E5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7213082" y="17100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F771129F-096A-B16F-D048-DA6D4824FC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/>
          </p:nvPr>
        </p:nvSpPr>
        <p:spPr>
          <a:xfrm>
            <a:off x="70308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972023EF-AAF8-690B-3E39-F5C6120DA0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5"/>
          </p:nvPr>
        </p:nvSpPr>
        <p:spPr>
          <a:xfrm>
            <a:off x="8890209" y="17100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DC58A7A8-4E63-7FD5-D63A-A0619C01E8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/>
          </p:nvPr>
        </p:nvSpPr>
        <p:spPr>
          <a:xfrm>
            <a:off x="87180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78517B79-A1BF-85BD-F7FF-6FD603C6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7"/>
          </p:nvPr>
        </p:nvSpPr>
        <p:spPr>
          <a:xfrm>
            <a:off x="10588800" y="17100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5D8089F9-0096-BAA9-3FFA-C66BD5770B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10405200" y="30887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EA8CE1D1-5E8D-2AD4-0578-D2F697E2EA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9"/>
          </p:nvPr>
        </p:nvSpPr>
        <p:spPr>
          <a:xfrm>
            <a:off x="520073" y="39078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DD3DDD48-5087-575E-3A94-1A98113312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2820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EEC05DC6-AD3E-CCF9-7BB6-F1F99D7F1F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/>
          </p:nvPr>
        </p:nvSpPr>
        <p:spPr>
          <a:xfrm>
            <a:off x="2197200" y="39078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6E7B04BD-195A-1690-3B46-D1674F0AAF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19692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0FDA8781-B429-9B26-8364-1B1AF480D2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/>
          </p:nvPr>
        </p:nvSpPr>
        <p:spPr>
          <a:xfrm>
            <a:off x="3858828" y="39078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06EBFD4D-39D1-8A76-776F-4C6E741CD1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36564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Picture Placeholder 14">
            <a:extLst>
              <a:ext uri="{FF2B5EF4-FFF2-40B4-BE49-F238E27FC236}">
                <a16:creationId xmlns:a16="http://schemas.microsoft.com/office/drawing/2014/main" id="{088C3C4A-4EFC-624B-152E-29E7384FD4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5"/>
          </p:nvPr>
        </p:nvSpPr>
        <p:spPr>
          <a:xfrm>
            <a:off x="5535955" y="39078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1119007F-9B9C-69B4-5DFD-0D4C92559D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/>
          </p:nvPr>
        </p:nvSpPr>
        <p:spPr>
          <a:xfrm>
            <a:off x="53436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Picture Placeholder 14">
            <a:extLst>
              <a:ext uri="{FF2B5EF4-FFF2-40B4-BE49-F238E27FC236}">
                <a16:creationId xmlns:a16="http://schemas.microsoft.com/office/drawing/2014/main" id="{5FAA1CFE-2A65-9CDA-7168-855F89F606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7"/>
          </p:nvPr>
        </p:nvSpPr>
        <p:spPr>
          <a:xfrm>
            <a:off x="7213082" y="39078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B2BDF186-6100-7EEE-D8AC-E1CD006353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70308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5EC525BF-B79E-2BBC-0C2D-B9F5145C4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9"/>
          </p:nvPr>
        </p:nvSpPr>
        <p:spPr>
          <a:xfrm>
            <a:off x="8890209" y="39078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0F608E7D-DD48-694B-8FCB-66B9D79609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87180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Picture Placeholder 14">
            <a:extLst>
              <a:ext uri="{FF2B5EF4-FFF2-40B4-BE49-F238E27FC236}">
                <a16:creationId xmlns:a16="http://schemas.microsoft.com/office/drawing/2014/main" id="{5EC96C43-7C3E-06CC-2D72-13C28BE4ED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1"/>
          </p:nvPr>
        </p:nvSpPr>
        <p:spPr>
          <a:xfrm>
            <a:off x="10588800" y="3907800"/>
            <a:ext cx="1116000" cy="11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ctr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924355BA-C068-4A63-51A0-00DB0D8614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/>
          </p:nvPr>
        </p:nvSpPr>
        <p:spPr>
          <a:xfrm>
            <a:off x="10405200" y="5286599"/>
            <a:ext cx="1620000" cy="648000"/>
          </a:xfrm>
        </p:spPr>
        <p:txBody>
          <a:bodyPr/>
          <a:lstStyle>
            <a:lvl1pPr marL="0" indent="0" algn="ctr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ts val="14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9" name="Picture 48" descr="A white curved corner on a black background&#10;&#10;AI-generated content may be incorrect.">
            <a:extLst>
              <a:ext uri="{FF2B5EF4-FFF2-40B4-BE49-F238E27FC236}">
                <a16:creationId xmlns:a16="http://schemas.microsoft.com/office/drawing/2014/main" id="{77809AFD-A277-AB94-7B9F-ADD02F7210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417" y="1413004"/>
            <a:ext cx="833630" cy="845822"/>
          </a:xfrm>
          <a:prstGeom prst="rect">
            <a:avLst/>
          </a:prstGeom>
        </p:spPr>
      </p:pic>
      <p:pic>
        <p:nvPicPr>
          <p:cNvPr id="50" name="Picture 49" descr="A white curved corner on a black background&#10;&#10;AI-generated content may be incorrect.">
            <a:extLst>
              <a:ext uri="{FF2B5EF4-FFF2-40B4-BE49-F238E27FC236}">
                <a16:creationId xmlns:a16="http://schemas.microsoft.com/office/drawing/2014/main" id="{F9A7795A-4418-D727-FD90-CD33BE6B5E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1140964" y="5127446"/>
            <a:ext cx="833630" cy="8458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0C697C-8373-0E7E-4BBC-D80863ED697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3993134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atic  - Gradiient Opt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 descr="A close up of a red and purple gradient&#10;&#10;AI-generated content may be incorrect.">
            <a:extLst>
              <a:ext uri="{FF2B5EF4-FFF2-40B4-BE49-F238E27FC236}">
                <a16:creationId xmlns:a16="http://schemas.microsoft.com/office/drawing/2014/main" id="{9DAA7FAC-F263-784D-9862-8B6E7F9607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14"/>
            <a:ext cx="12192000" cy="3001122"/>
          </a:xfrm>
          <a:prstGeom prst="rect">
            <a:avLst/>
          </a:prstGeom>
        </p:spPr>
      </p:pic>
      <p:sp>
        <p:nvSpPr>
          <p:cNvPr id="102" name="Text Placeholder 100">
            <a:extLst>
              <a:ext uri="{FF2B5EF4-FFF2-40B4-BE49-F238E27FC236}">
                <a16:creationId xmlns:a16="http://schemas.microsoft.com/office/drawing/2014/main" id="{840DC1D0-238F-9695-4920-306174D2D6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6" hasCustomPrompt="1"/>
          </p:nvPr>
        </p:nvSpPr>
        <p:spPr>
          <a:xfrm>
            <a:off x="2737365" y="4214718"/>
            <a:ext cx="811212" cy="810000"/>
          </a:xfrm>
          <a:solidFill>
            <a:schemeClr val="accent3"/>
          </a:solidFill>
        </p:spPr>
        <p:txBody>
          <a:bodyPr anchor="ctr"/>
          <a:lstStyle>
            <a:lvl1pPr algn="ctr">
              <a:defRPr b="0">
                <a:noFill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03" name="Text Placeholder 100">
            <a:extLst>
              <a:ext uri="{FF2B5EF4-FFF2-40B4-BE49-F238E27FC236}">
                <a16:creationId xmlns:a16="http://schemas.microsoft.com/office/drawing/2014/main" id="{7CF9A1F9-8503-4034-28AB-92554EDBCD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7" hasCustomPrompt="1"/>
          </p:nvPr>
        </p:nvSpPr>
        <p:spPr>
          <a:xfrm>
            <a:off x="4779600" y="4214718"/>
            <a:ext cx="811212" cy="810000"/>
          </a:xfrm>
          <a:solidFill>
            <a:schemeClr val="accent5"/>
          </a:solidFill>
        </p:spPr>
        <p:txBody>
          <a:bodyPr anchor="ctr"/>
          <a:lstStyle>
            <a:lvl1pPr algn="ctr">
              <a:defRPr b="0">
                <a:noFill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04" name="Text Placeholder 100">
            <a:extLst>
              <a:ext uri="{FF2B5EF4-FFF2-40B4-BE49-F238E27FC236}">
                <a16:creationId xmlns:a16="http://schemas.microsoft.com/office/drawing/2014/main" id="{0EFC3281-5E66-F929-F02E-0B00B9146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8" hasCustomPrompt="1"/>
          </p:nvPr>
        </p:nvSpPr>
        <p:spPr>
          <a:xfrm>
            <a:off x="6796862" y="4217071"/>
            <a:ext cx="811212" cy="810000"/>
          </a:xfrm>
          <a:solidFill>
            <a:schemeClr val="accent4"/>
          </a:solidFill>
        </p:spPr>
        <p:txBody>
          <a:bodyPr anchor="ctr"/>
          <a:lstStyle>
            <a:lvl1pPr algn="ctr">
              <a:defRPr b="0">
                <a:noFill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05" name="Text Placeholder 100">
            <a:extLst>
              <a:ext uri="{FF2B5EF4-FFF2-40B4-BE49-F238E27FC236}">
                <a16:creationId xmlns:a16="http://schemas.microsoft.com/office/drawing/2014/main" id="{6E894024-FAA6-C545-4B30-41F9650D69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9" hasCustomPrompt="1"/>
          </p:nvPr>
        </p:nvSpPr>
        <p:spPr>
          <a:xfrm>
            <a:off x="8837885" y="4214718"/>
            <a:ext cx="811212" cy="810000"/>
          </a:xfrm>
          <a:solidFill>
            <a:schemeClr val="accent1"/>
          </a:solidFill>
        </p:spPr>
        <p:txBody>
          <a:bodyPr anchor="ctr"/>
          <a:lstStyle>
            <a:lvl1pPr algn="ctr">
              <a:defRPr b="0">
                <a:noFill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EF23D3-FAB1-8075-06CE-09ED86D7E1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8F4CD9E7-E998-CAC9-8B6B-C9031D59C2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418799" y="1602000"/>
            <a:ext cx="5832000" cy="1215386"/>
          </a:xfrm>
        </p:spPr>
        <p:txBody>
          <a:bodyPr/>
          <a:lstStyle>
            <a:lvl1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1pPr>
            <a:lvl2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2pPr>
            <a:lvl3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3pPr>
            <a:lvl4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4pPr>
            <a:lvl5pPr>
              <a:lnSpc>
                <a:spcPts val="1920"/>
              </a:lnSpc>
              <a:spcAft>
                <a:spcPts val="0"/>
              </a:spcAft>
              <a:defRPr sz="16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BACB058E-74C7-6B8F-AFAC-A4AD0EEA40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5" hasCustomPrompt="1"/>
          </p:nvPr>
        </p:nvSpPr>
        <p:spPr>
          <a:xfrm>
            <a:off x="715188" y="4214718"/>
            <a:ext cx="811212" cy="810000"/>
          </a:xfrm>
          <a:solidFill>
            <a:schemeClr val="accent2"/>
          </a:solidFill>
        </p:spPr>
        <p:txBody>
          <a:bodyPr anchor="ctr"/>
          <a:lstStyle>
            <a:lvl1pPr algn="ctr">
              <a:defRPr b="0">
                <a:noFill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16478E-D22C-52AB-7516-FF931221C9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9600" y="3587940"/>
            <a:ext cx="1499619" cy="224028"/>
          </a:xfrm>
          <a:prstGeom prst="rect">
            <a:avLst/>
          </a:prstGeom>
        </p:spPr>
      </p:pic>
      <p:pic>
        <p:nvPicPr>
          <p:cNvPr id="13" name="Picture 1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B85238B-5E13-FF19-3C5C-3147F9F75A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7200" y="3587940"/>
            <a:ext cx="1289307" cy="228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C02DAB-B855-72EE-1165-FFC7379C55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6400" y="3587940"/>
            <a:ext cx="1335027" cy="224028"/>
          </a:xfrm>
          <a:prstGeom prst="rect">
            <a:avLst/>
          </a:prstGeom>
        </p:spPr>
      </p:pic>
      <p:pic>
        <p:nvPicPr>
          <p:cNvPr id="18" name="Picture 17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16E575A8-ACB0-3CBD-B22B-7BF6EB917E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400" y="3587940"/>
            <a:ext cx="1083566" cy="251460"/>
          </a:xfrm>
          <a:prstGeom prst="rect">
            <a:avLst/>
          </a:prstGeom>
        </p:spPr>
      </p:pic>
      <p:pic>
        <p:nvPicPr>
          <p:cNvPr id="20" name="Picture 19" descr="A blue letters on a black background&#10;&#10;AI-generated content may be incorrect.">
            <a:extLst>
              <a:ext uri="{FF2B5EF4-FFF2-40B4-BE49-F238E27FC236}">
                <a16:creationId xmlns:a16="http://schemas.microsoft.com/office/drawing/2014/main" id="{B6C52DCD-3364-4053-E867-A614DDC18A1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5772" y="3583368"/>
            <a:ext cx="923546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098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6  Text Boxes - Gradiient Op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21EDE5-BDF3-A8DA-A61E-E68904C02B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9459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rgbClr val="E749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E11978B-5BB0-82B8-5832-4C56F5630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243282" y="1990800"/>
            <a:ext cx="1611918" cy="684216"/>
          </a:xfrm>
        </p:spPr>
        <p:txBody>
          <a:bodyPr/>
          <a:lstStyle>
            <a:lvl1pPr marL="0" indent="0" algn="l">
              <a:lnSpc>
                <a:spcPts val="1200"/>
              </a:lnSpc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5D8089F9-0096-BAA9-3FFA-C66BD5770B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8900399" y="5307504"/>
            <a:ext cx="2656973" cy="652296"/>
          </a:xfrm>
        </p:spPr>
        <p:txBody>
          <a:bodyPr/>
          <a:lstStyle>
            <a:lvl1pPr marL="0" indent="0" algn="l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2100"/>
              </a:lnSpc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2A692D18-F545-1A51-C800-323BF80FDC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0800000">
            <a:off x="10888642" y="5292724"/>
            <a:ext cx="896400" cy="8964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C7453182-FA8E-4C1F-7528-66F4CDCAF3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10800000">
            <a:off x="8558400" y="4924349"/>
            <a:ext cx="896400" cy="896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EF23D3-FAB1-8075-06CE-09ED86D7E1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E395B63-7891-2A11-C9EB-AF94CA5AB6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236514" y="3175200"/>
            <a:ext cx="1611918" cy="1348900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0E90C5-99E1-1E0B-FEAA-E24E12631B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195473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rgbClr val="40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53C78D0C-2F5A-849E-D0D3-EE5097427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2279296" y="1990800"/>
            <a:ext cx="1611918" cy="684216"/>
          </a:xfrm>
        </p:spPr>
        <p:txBody>
          <a:bodyPr/>
          <a:lstStyle>
            <a:lvl1pPr marL="0" indent="0" algn="l">
              <a:lnSpc>
                <a:spcPts val="1200"/>
              </a:lnSpc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AF1009E4-87F8-1282-6CD9-89280DD963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2272528" y="3175200"/>
            <a:ext cx="1611918" cy="1348900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844793D-BFFC-F828-E2AD-D370749E7E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218956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D9BE035-F1AB-5751-AA43-29B622F893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4302779" y="1990800"/>
            <a:ext cx="1611918" cy="684216"/>
          </a:xfrm>
        </p:spPr>
        <p:txBody>
          <a:bodyPr/>
          <a:lstStyle>
            <a:lvl1pPr marL="0" indent="0" algn="l">
              <a:lnSpc>
                <a:spcPts val="1200"/>
              </a:lnSpc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3DE96B9B-4AD3-7084-1BBA-23F37D96A8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4296011" y="3175200"/>
            <a:ext cx="1611918" cy="1348900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4C8B2D8-1EC1-B261-95ED-D4E575B372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254970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D0C9A469-D52C-4670-504C-FC7806A340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6338793" y="1990800"/>
            <a:ext cx="1611918" cy="684216"/>
          </a:xfrm>
        </p:spPr>
        <p:txBody>
          <a:bodyPr/>
          <a:lstStyle>
            <a:lvl1pPr marL="0" indent="0" algn="l">
              <a:lnSpc>
                <a:spcPts val="1200"/>
              </a:lnSpc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54773398-57D2-FC8F-C96D-CC057610A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6332025" y="3175200"/>
            <a:ext cx="1611918" cy="1348900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305F163-4863-7A5B-00B6-E0AB743720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290108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9BA30A6E-B9E1-4F5F-8A7B-C00CE34428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8373931" y="1990800"/>
            <a:ext cx="1611918" cy="684216"/>
          </a:xfrm>
        </p:spPr>
        <p:txBody>
          <a:bodyPr/>
          <a:lstStyle>
            <a:lvl1pPr marL="0" indent="0" algn="l">
              <a:lnSpc>
                <a:spcPts val="1200"/>
              </a:lnSpc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146D6D30-AFF0-5F84-0B38-32ECC647DA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/>
          </p:nvPr>
        </p:nvSpPr>
        <p:spPr>
          <a:xfrm>
            <a:off x="8367163" y="3175200"/>
            <a:ext cx="1611918" cy="1348900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1ED27DA-8546-2DD4-D4B3-2E90719CC0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242915" y="1378800"/>
            <a:ext cx="1803885" cy="3237355"/>
          </a:xfrm>
          <a:prstGeom prst="roundRect">
            <a:avLst>
              <a:gd name="adj" fmla="val 2625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696FB6B-D475-FDD2-614C-2CF3A8D17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 hasCustomPrompt="1"/>
          </p:nvPr>
        </p:nvSpPr>
        <p:spPr>
          <a:xfrm>
            <a:off x="10313592" y="1609200"/>
            <a:ext cx="1625065" cy="382503"/>
          </a:xfrm>
        </p:spPr>
        <p:txBody>
          <a:bodyPr/>
          <a:lstStyle>
            <a:lvl1pPr marL="0" indent="0" algn="l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21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ts val="1400"/>
              </a:lnSpc>
              <a:buNone/>
              <a:defRPr sz="100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94EF4FAF-FACF-D6E3-46D5-17373EAA84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/>
          </p:nvPr>
        </p:nvSpPr>
        <p:spPr>
          <a:xfrm>
            <a:off x="10319970" y="1990800"/>
            <a:ext cx="1611918" cy="2516021"/>
          </a:xfrm>
        </p:spPr>
        <p:txBody>
          <a:bodyPr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108000" indent="-10800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3000"/>
              <a:buFont typeface="Arial" panose="020B0604020202020204" pitchFamily="34" charset="0"/>
              <a:buChar char="•"/>
              <a:defRPr sz="10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92F848C-7EE1-3D32-F684-E882E8ABB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5801" y="2764464"/>
            <a:ext cx="10238188" cy="317045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29000">
                <a:schemeClr val="accent4"/>
              </a:gs>
              <a:gs pos="66000">
                <a:schemeClr val="accent3"/>
              </a:gs>
              <a:gs pos="50000">
                <a:schemeClr val="accent5"/>
              </a:gs>
              <a:gs pos="89000">
                <a:srgbClr val="E7491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097989C3-98B8-339F-0A36-E0687F8F32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5075" y="2822400"/>
            <a:ext cx="192024" cy="192024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C3D360D-DF45-CC08-A4C9-3C85CC78BA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954" y="2822400"/>
            <a:ext cx="192024" cy="19202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674EEE54-C223-960C-EC21-C577CCFB56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9282" y="2822400"/>
            <a:ext cx="192024" cy="192024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EBB97787-133B-B756-F4D6-3E432F35FD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91315" y="2822400"/>
            <a:ext cx="192024" cy="192024"/>
          </a:xfrm>
          <a:prstGeom prst="rect">
            <a:avLst/>
          </a:prstGeom>
        </p:spPr>
      </p:pic>
      <p:pic>
        <p:nvPicPr>
          <p:cNvPr id="86" name="Picture 85" descr="A blue circle with white stripes&#10;&#10;AI-generated content may be incorrect.">
            <a:extLst>
              <a:ext uri="{FF2B5EF4-FFF2-40B4-BE49-F238E27FC236}">
                <a16:creationId xmlns:a16="http://schemas.microsoft.com/office/drawing/2014/main" id="{62081B02-4783-24AE-9AE9-0F09C085BC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8816" y="2729840"/>
            <a:ext cx="342901" cy="342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A8AD0F-319F-12EF-A734-38BA28F664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9200" y="1584000"/>
            <a:ext cx="1499619" cy="224028"/>
          </a:xfrm>
          <a:prstGeom prst="rect">
            <a:avLst/>
          </a:prstGeom>
        </p:spPr>
      </p:pic>
      <p:pic>
        <p:nvPicPr>
          <p:cNvPr id="12" name="Picture 1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513A295-8F9C-1C46-4B3F-59E087FF8C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6800" y="1584000"/>
            <a:ext cx="1289307" cy="228600"/>
          </a:xfrm>
          <a:prstGeom prst="rect">
            <a:avLst/>
          </a:prstGeom>
        </p:spPr>
      </p:pic>
      <p:pic>
        <p:nvPicPr>
          <p:cNvPr id="15" name="Picture 14" descr="A blue letters on a black background&#10;&#10;AI-generated content may be incorrect.">
            <a:extLst>
              <a:ext uri="{FF2B5EF4-FFF2-40B4-BE49-F238E27FC236}">
                <a16:creationId xmlns:a16="http://schemas.microsoft.com/office/drawing/2014/main" id="{9193E50A-DC54-4CCA-B956-C7E3F5AC9A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0800" y="1584000"/>
            <a:ext cx="923546" cy="228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7D07CE3-3B0F-D981-EF64-482F839E11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0" y="1584000"/>
            <a:ext cx="1335027" cy="224028"/>
          </a:xfrm>
          <a:prstGeom prst="rect">
            <a:avLst/>
          </a:prstGeom>
        </p:spPr>
      </p:pic>
      <p:pic>
        <p:nvPicPr>
          <p:cNvPr id="44" name="Picture 4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4CE824E-E69B-3B84-34D8-D39235DB32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000" y="1584000"/>
            <a:ext cx="1083566" cy="25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47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Gradiient Op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spcAft>
                <a:spcPts val="0"/>
              </a:spcAft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C8EBE2-D014-ED55-884B-74D5D7933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B2C547B1-1073-B533-D175-28C73FF869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525600" y="0"/>
            <a:ext cx="4377600" cy="6858000"/>
          </a:xfrm>
          <a:prstGeom prst="foldedCorner">
            <a:avLst/>
          </a:prstGeom>
          <a:solidFill>
            <a:schemeClr val="bg1"/>
          </a:solidFill>
          <a:ln>
            <a:noFill/>
          </a:ln>
          <a:effectLst>
            <a:outerShdw blurRad="254000" dist="127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180000" rtlCol="0" anchor="t"/>
          <a:lstStyle/>
          <a:p>
            <a:pPr algn="l"/>
            <a:r>
              <a:rPr lang="en-GB" sz="2000" b="1">
                <a:solidFill>
                  <a:schemeClr val="tx2"/>
                </a:solidFill>
                <a:latin typeface="+mj-lt"/>
              </a:rPr>
              <a:t>Blank Slide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This slide is available for you to create 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new slides using elements from the 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existing slides in this template and/or 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in certain situations, enabling  you to confidently adapt your layout to help maintain consistency throughout </a:t>
            </a:r>
          </a:p>
          <a:p>
            <a:pPr algn="l"/>
            <a:r>
              <a:rPr lang="en-GB" sz="1600">
                <a:solidFill>
                  <a:schemeClr val="tx2"/>
                </a:solidFill>
              </a:rPr>
              <a:t>your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83113713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Text Boxes with Images - Gradiient Op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buNone/>
              <a:defRPr sz="2600" b="0">
                <a:solidFill>
                  <a:schemeClr val="bg1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E11978B-5BB0-82B8-5832-4C56F5630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941650" y="2504003"/>
            <a:ext cx="3170750" cy="1882597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6" name="Picture 15" descr="A black and white symbol&#10;&#10;AI-generated content may be incorrect.">
            <a:extLst>
              <a:ext uri="{FF2B5EF4-FFF2-40B4-BE49-F238E27FC236}">
                <a16:creationId xmlns:a16="http://schemas.microsoft.com/office/drawing/2014/main" id="{98358F68-1614-48FB-7369-425B80301A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732" y="1661358"/>
            <a:ext cx="432000" cy="313807"/>
          </a:xfrm>
          <a:prstGeom prst="rect">
            <a:avLst/>
          </a:prstGeom>
        </p:spPr>
      </p:pic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E9BE643-00EC-120D-BFDF-090558E9B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1915633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37E57E87-9CFD-0AE3-E3F0-5C3E8F51F5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9"/>
          </p:nvPr>
        </p:nvSpPr>
        <p:spPr>
          <a:xfrm>
            <a:off x="965338" y="4525200"/>
            <a:ext cx="801342" cy="80506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5FA1E384-185C-03D5-1F22-D0681A66BF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4522138" y="2504003"/>
            <a:ext cx="3147062" cy="1875245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CD226A6-2CF3-C2C1-03C9-23B99EA86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5472433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CD832BF-7580-AEFE-7E2A-598F7740DA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/>
          </p:nvPr>
        </p:nvSpPr>
        <p:spPr>
          <a:xfrm>
            <a:off x="4522138" y="4525200"/>
            <a:ext cx="801342" cy="80506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16661961-5505-0052-D4BF-4BE9A6D45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8115436" y="2504003"/>
            <a:ext cx="3146400" cy="1882597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B9B5E752-A54D-E671-3A00-EA9B340124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9065069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BBB7AF46-46D2-3665-91B9-331D0DAD61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5"/>
          </p:nvPr>
        </p:nvSpPr>
        <p:spPr>
          <a:xfrm>
            <a:off x="8114774" y="4525200"/>
            <a:ext cx="801342" cy="80506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2A3E9E3-AFD7-1061-0C57-5D27DDE93C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4015" r="-4015"/>
          <a:stretch/>
        </p:blipFill>
        <p:spPr>
          <a:xfrm>
            <a:off x="11150444" y="5590589"/>
            <a:ext cx="630767" cy="58387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4A350B0-2864-FD13-84BB-245B2A43D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5251" b="-5251"/>
          <a:stretch/>
        </p:blipFill>
        <p:spPr>
          <a:xfrm rot="5400000">
            <a:off x="393616" y="5481747"/>
            <a:ext cx="630767" cy="697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D39B3D-A251-605D-07A3-F7303B815C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16042610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with Image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9290-58BB-9865-B269-6CCBF0B08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628E-8AFC-8EF6-8786-AD9F0ADE69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9DED-5BBB-EDBA-B606-2F78ABA4B0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FE2289-9AB1-DE08-36C0-7CFA759DA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418800" y="282602"/>
            <a:ext cx="9234000" cy="1025998"/>
          </a:xfrm>
        </p:spPr>
        <p:txBody>
          <a:bodyPr/>
          <a:lstStyle>
            <a:lvl1pPr>
              <a:lnSpc>
                <a:spcPts val="3000"/>
              </a:lnSpc>
              <a:spcAft>
                <a:spcPts val="0"/>
              </a:spcAft>
              <a:defRPr sz="2800" b="1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ts val="2800"/>
              </a:lnSpc>
              <a:buNone/>
              <a:defRPr sz="2600" b="0">
                <a:solidFill>
                  <a:schemeClr val="tx2"/>
                </a:solidFill>
                <a:latin typeface="Aptos Light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E11978B-5BB0-82B8-5832-4C56F5630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941650" y="2504003"/>
            <a:ext cx="3170750" cy="1882597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358F68-1614-48FB-7369-425B80301A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732" y="1662261"/>
            <a:ext cx="432000" cy="312000"/>
          </a:xfrm>
          <a:prstGeom prst="rect">
            <a:avLst/>
          </a:prstGeom>
        </p:spPr>
      </p:pic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E9BE643-00EC-120D-BFDF-090558E9B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1915633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37E57E87-9CFD-0AE3-E3F0-5C3E8F51F5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9"/>
          </p:nvPr>
        </p:nvSpPr>
        <p:spPr>
          <a:xfrm>
            <a:off x="965338" y="4525200"/>
            <a:ext cx="801342" cy="80506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5FA1E384-185C-03D5-1F22-D0681A66BF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4522138" y="2504003"/>
            <a:ext cx="3147062" cy="1875245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CD226A6-2CF3-C2C1-03C9-23B99EA86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5472433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CD832BF-7580-AEFE-7E2A-598F7740DA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/>
          </p:nvPr>
        </p:nvSpPr>
        <p:spPr>
          <a:xfrm>
            <a:off x="4522138" y="4525200"/>
            <a:ext cx="801342" cy="80506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16661961-5505-0052-D4BF-4BE9A6D45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8115436" y="2504003"/>
            <a:ext cx="3146400" cy="1882597"/>
          </a:xfrm>
        </p:spPr>
        <p:txBody>
          <a:bodyPr/>
          <a:lstStyle>
            <a:lvl1pPr marL="0" indent="0" algn="l">
              <a:lnSpc>
                <a:spcPts val="192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B9B5E752-A54D-E671-3A00-EA9B340124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9065069" y="4737600"/>
            <a:ext cx="2196767" cy="883841"/>
          </a:xfrm>
        </p:spPr>
        <p:txBody>
          <a:bodyPr/>
          <a:lstStyle>
            <a:lvl1pPr marL="0" indent="0" algn="l">
              <a:lnSpc>
                <a:spcPts val="14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ts val="1400"/>
              </a:lnSpc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BBB7AF46-46D2-3665-91B9-331D0DAD61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5"/>
          </p:nvPr>
        </p:nvSpPr>
        <p:spPr>
          <a:xfrm>
            <a:off x="8114774" y="4525200"/>
            <a:ext cx="801342" cy="80506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tx2"/>
                </a:gs>
                <a:gs pos="85000">
                  <a:schemeClr val="accent1"/>
                </a:gs>
              </a:gsLst>
              <a:lin ang="10800000" scaled="1"/>
              <a:tileRect/>
            </a:gradFill>
          </a:ln>
        </p:spPr>
        <p:txBody>
          <a:bodyPr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2A3E9E3-AFD7-1061-0C57-5D27DDE93C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4015" r="-4015"/>
          <a:stretch/>
        </p:blipFill>
        <p:spPr>
          <a:xfrm>
            <a:off x="11150444" y="5590589"/>
            <a:ext cx="630767" cy="58387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4A350B0-2864-FD13-84BB-245B2A43D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5251" b="-5251"/>
          <a:stretch/>
        </p:blipFill>
        <p:spPr>
          <a:xfrm rot="5400000">
            <a:off x="393616" y="5481747"/>
            <a:ext cx="630767" cy="697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D39B3D-A251-605D-07A3-F7303B815C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21776729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Opt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84EFC0-7824-61EB-6CD0-E1F103F0B5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17" r="-78"/>
          <a:stretch/>
        </p:blipFill>
        <p:spPr>
          <a:xfrm>
            <a:off x="5280564" y="1903643"/>
            <a:ext cx="6911436" cy="495435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1CAD9-06E6-EC40-2506-C1DBE5DE6A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864111" y="1982407"/>
            <a:ext cx="4240799" cy="1299599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7200" b="1" spc="-50" baseline="0">
                <a:solidFill>
                  <a:schemeClr val="bg1"/>
                </a:solidFill>
              </a:defRPr>
            </a:lvl1pPr>
            <a:lvl2pPr marL="0" indent="0">
              <a:lnSpc>
                <a:spcPts val="3000"/>
              </a:lnSpc>
              <a:buNone/>
              <a:defRPr sz="3000">
                <a:solidFill>
                  <a:schemeClr val="bg1"/>
                </a:solidFill>
              </a:defRPr>
            </a:lvl2pPr>
            <a:lvl3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3pPr>
            <a:lvl4pPr marL="0" indent="0">
              <a:lnSpc>
                <a:spcPts val="4800"/>
              </a:lnSpc>
              <a:buNone/>
              <a:defRPr sz="4800">
                <a:solidFill>
                  <a:schemeClr val="accent1"/>
                </a:solidFill>
              </a:defRPr>
            </a:lvl4pPr>
            <a:lvl5pPr marL="0" indent="0">
              <a:lnSpc>
                <a:spcPts val="4800"/>
              </a:lnSpc>
              <a:buFont typeface="Arial" panose="020B0604020202020204" pitchFamily="34" charset="0"/>
              <a:buNone/>
              <a:defRPr sz="4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Thank you 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7A4C075-C136-5F4C-BAD9-CDF4D756ED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864111" y="3514864"/>
            <a:ext cx="4274289" cy="2308136"/>
          </a:xfrm>
        </p:spPr>
        <p:txBody>
          <a:bodyPr/>
          <a:lstStyle>
            <a:lvl1pPr marL="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  <a:defRPr sz="26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ts val="1920"/>
              </a:lnSpc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023A6ED-73A4-1932-777A-48F3D22DC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6916801" y="1103401"/>
            <a:ext cx="4787998" cy="5754170"/>
          </a:xfrm>
        </p:spPr>
        <p:txBody>
          <a:bodyPr anchor="ctr"/>
          <a:lstStyle>
            <a:lvl1pPr algn="ctr"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C87AC9-0910-C0BF-9DD1-701A73F4DE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0E534FC-7B4F-0F7E-5344-1FC23BBAA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>
          <a:xfrm>
            <a:off x="8148000" y="6538913"/>
            <a:ext cx="2394000" cy="190046"/>
          </a:xfrm>
        </p:spPr>
        <p:txBody>
          <a:bodyPr/>
          <a:lstStyle/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A6F26-4D79-C859-EEDF-E86CB25086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3322655" y="6534778"/>
            <a:ext cx="4414946" cy="241160"/>
          </a:xfrm>
        </p:spPr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B70212-0341-2DCD-B46C-A9A51DFDB1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020800" y="6531429"/>
            <a:ext cx="764242" cy="190046"/>
          </a:xfrm>
        </p:spPr>
        <p:txBody>
          <a:bodyPr/>
          <a:lstStyle/>
          <a:p>
            <a:fld id="{7DD8F28C-E404-44CF-9F42-4614D03DA8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4569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E7C9-C368-4791-A677-84DCAF052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48" y="348193"/>
            <a:ext cx="11490065" cy="604956"/>
          </a:xfrm>
          <a:prstGeom prst="rect">
            <a:avLst/>
          </a:prstGeom>
        </p:spPr>
        <p:txBody>
          <a:bodyPr lIns="36000" rIns="36000">
            <a:normAutofit/>
          </a:bodyPr>
          <a:lstStyle>
            <a:lvl1pPr>
              <a:defRPr lang="en-GB" sz="3198" b="1" kern="0">
                <a:solidFill>
                  <a:srgbClr val="C00000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defTabSz="913381" fontAlgn="base">
              <a:lnSpc>
                <a:spcPts val="3437"/>
              </a:lnSpc>
              <a:spcBef>
                <a:spcPts val="700"/>
              </a:spcBef>
              <a:spcAft>
                <a:spcPct val="0"/>
              </a:spcAft>
              <a:buClr>
                <a:srgbClr val="990000"/>
              </a:buClr>
              <a:buFontTx/>
            </a:pPr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253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8C72A8-9EBA-AAE2-EF10-9884B92F8C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9" b="299"/>
          <a:stretch/>
        </p:blipFill>
        <p:spPr>
          <a:xfrm>
            <a:off x="0" y="6403538"/>
            <a:ext cx="12192000" cy="45446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EAC07-BE10-A26A-3FC4-BD174ACF9E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8800" y="282601"/>
            <a:ext cx="9234000" cy="11872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1D4D7-86E3-F576-0712-267D640A8F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418800" y="1598474"/>
            <a:ext cx="9234000" cy="45784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D3A29-3A62-06D4-220F-31DE73F6BB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8148000" y="6538913"/>
            <a:ext cx="2394000" cy="19004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Month DD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DFEE1-D228-F989-0DB6-0474BF47AC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322655" y="6534778"/>
            <a:ext cx="4414946" cy="2411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731DC-D737-DCC5-DB49-BF5555986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020800" y="6531429"/>
            <a:ext cx="764242" cy="19004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DD8F28C-E404-44CF-9F42-4614D03DA8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26ABD-D0FC-63A7-1FA1-DE8977616D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8036" y="6538912"/>
            <a:ext cx="1964364" cy="237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© 2025 TM Forum</a:t>
            </a:r>
          </a:p>
        </p:txBody>
      </p:sp>
    </p:spTree>
    <p:extLst>
      <p:ext uri="{BB962C8B-B14F-4D97-AF65-F5344CB8AC3E}">
        <p14:creationId xmlns:p14="http://schemas.microsoft.com/office/powerpoint/2010/main" val="385911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1" r:id="rId2"/>
    <p:sldLayoutId id="2147483661" r:id="rId3"/>
    <p:sldLayoutId id="2147483679" r:id="rId4"/>
    <p:sldLayoutId id="2147483662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7" r:id="rId24"/>
    <p:sldLayoutId id="2147483708" r:id="rId25"/>
    <p:sldLayoutId id="2147483709" r:id="rId26"/>
    <p:sldLayoutId id="2147483705" r:id="rId27"/>
    <p:sldLayoutId id="2147483706" r:id="rId28"/>
    <p:sldLayoutId id="2147483650" r:id="rId29"/>
    <p:sldLayoutId id="2147483651" r:id="rId30"/>
    <p:sldLayoutId id="2147483654" r:id="rId31"/>
    <p:sldLayoutId id="2147483655" r:id="rId32"/>
    <p:sldLayoutId id="2147483656" r:id="rId33"/>
    <p:sldLayoutId id="2147483658" r:id="rId34"/>
    <p:sldLayoutId id="2147483680" r:id="rId35"/>
    <p:sldLayoutId id="2147483681" r:id="rId36"/>
    <p:sldLayoutId id="2147483682" r:id="rId37"/>
    <p:sldLayoutId id="2147483657" r:id="rId38"/>
    <p:sldLayoutId id="2147483666" r:id="rId39"/>
    <p:sldLayoutId id="2147483675" r:id="rId40"/>
    <p:sldLayoutId id="2147483667" r:id="rId41"/>
    <p:sldLayoutId id="2147483668" r:id="rId42"/>
    <p:sldLayoutId id="2147483669" r:id="rId43"/>
    <p:sldLayoutId id="2147483670" r:id="rId44"/>
    <p:sldLayoutId id="2147483694" r:id="rId45"/>
    <p:sldLayoutId id="2147483695" r:id="rId46"/>
    <p:sldLayoutId id="2147483678" r:id="rId47"/>
    <p:sldLayoutId id="2147483674" r:id="rId48"/>
    <p:sldLayoutId id="2147483710" r:id="rId49"/>
    <p:sldLayoutId id="2147483676" r:id="rId50"/>
    <p:sldLayoutId id="2147483714" r:id="rId51"/>
  </p:sldLayoutIdLst>
  <p:hf hdr="0"/>
  <p:txStyles>
    <p:titleStyle>
      <a:lvl1pPr algn="l" defTabSz="914400" rtl="0" eaLnBrk="1" latinLnBrk="0" hangingPunct="1">
        <a:lnSpc>
          <a:spcPts val="3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400"/>
        </a:lnSpc>
        <a:spcBef>
          <a:spcPts val="0"/>
        </a:spcBef>
        <a:spcAft>
          <a:spcPts val="10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1920"/>
        </a:lnSpc>
        <a:spcBef>
          <a:spcPts val="0"/>
        </a:spcBef>
        <a:buClr>
          <a:schemeClr val="accent6"/>
        </a:buClr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5900" algn="l" defTabSz="914400" rtl="0" eaLnBrk="1" latinLnBrk="0" hangingPunct="1">
        <a:lnSpc>
          <a:spcPts val="192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468000" indent="-215900" algn="l" defTabSz="914400" rtl="0" eaLnBrk="1" latinLnBrk="0" hangingPunct="1">
        <a:lnSpc>
          <a:spcPts val="1920"/>
        </a:lnSpc>
        <a:spcBef>
          <a:spcPts val="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16000" indent="-215900" algn="l" defTabSz="914400" rtl="0" eaLnBrk="1" latinLnBrk="0" hangingPunct="1">
        <a:lnSpc>
          <a:spcPts val="1920"/>
        </a:lnSpc>
        <a:spcBef>
          <a:spcPts val="0"/>
        </a:spcBef>
        <a:buClr>
          <a:schemeClr val="accent1"/>
        </a:buClr>
        <a:buFont typeface="+mj-lt"/>
        <a:buAutoNum type="arabicPeriod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446E59-1DBA-B3B9-D371-E67B73AA9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4821" y="1457597"/>
            <a:ext cx="6360688" cy="1756800"/>
          </a:xfrm>
        </p:spPr>
        <p:txBody>
          <a:bodyPr/>
          <a:lstStyle/>
          <a:p>
            <a:r>
              <a:rPr lang="en-US" dirty="0"/>
              <a:t>A2A-T Runtime for Autonomous Networks – Phase III</a:t>
            </a:r>
          </a:p>
          <a:p>
            <a:endParaRPr lang="en-US" dirty="0"/>
          </a:p>
          <a:p>
            <a:r>
              <a:rPr lang="en-US" dirty="0"/>
              <a:t>Cross-Domain Fault Resolution Scenario</a:t>
            </a:r>
          </a:p>
          <a:p>
            <a:r>
              <a:rPr lang="en-US" sz="2000" dirty="0"/>
              <a:t>Catalyst URN.C26.0.910</a:t>
            </a:r>
          </a:p>
        </p:txBody>
      </p:sp>
    </p:spTree>
    <p:extLst>
      <p:ext uri="{BB962C8B-B14F-4D97-AF65-F5344CB8AC3E}">
        <p14:creationId xmlns:p14="http://schemas.microsoft.com/office/powerpoint/2010/main" val="412580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59D80-D9CD-D91B-380B-5F37D734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55EAA-2768-DB74-72F1-B55EF1B7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2906" y="6620975"/>
            <a:ext cx="2394000" cy="190046"/>
          </a:xfrm>
        </p:spPr>
        <p:txBody>
          <a:bodyPr/>
          <a:lstStyle/>
          <a:p>
            <a:r>
              <a:rPr lang="en-GB" dirty="0"/>
              <a:t>Month DD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9530F-75E1-5E58-9741-99EC9939A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561" y="6616840"/>
            <a:ext cx="4414946" cy="241160"/>
          </a:xfrm>
        </p:spPr>
        <p:txBody>
          <a:bodyPr/>
          <a:lstStyle/>
          <a:p>
            <a:r>
              <a:rPr lang="en-GB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EF4BB-0F8A-91C4-9CCF-91123DF8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2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FF4B08-C28E-294D-023F-7B3FCF4E3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L4 High Value Scenarios Mapping (IG1339)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D33AF4-901A-F892-EDC0-9CD4EDC86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451" y="1566135"/>
            <a:ext cx="8146131" cy="4717189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28305456-318B-B211-2F3C-31E95E49A48B}"/>
              </a:ext>
            </a:extLst>
          </p:cNvPr>
          <p:cNvSpPr/>
          <p:nvPr/>
        </p:nvSpPr>
        <p:spPr>
          <a:xfrm>
            <a:off x="6672154" y="3514724"/>
            <a:ext cx="1366946" cy="25717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5C3734-07B1-D6A7-A0F7-7311E983F40D}"/>
              </a:ext>
            </a:extLst>
          </p:cNvPr>
          <p:cNvSpPr/>
          <p:nvPr/>
        </p:nvSpPr>
        <p:spPr>
          <a:xfrm>
            <a:off x="4301938" y="4884902"/>
            <a:ext cx="4250729" cy="406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1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061F-9437-509F-EDB7-97B3D520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A2DC0B-F011-A695-BB2B-BA11C3F4B2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Cross-Domain Service Fault Management (IG1339)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3D1E08-CA70-7DD6-0DEF-866BD74A7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579" y="3613869"/>
            <a:ext cx="6662339" cy="2324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19F1E2-2D9B-F81B-AD49-7EDAB372B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39" y="1554190"/>
            <a:ext cx="8786621" cy="19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4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7423-5194-1C86-44A9-0C414223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DE4A28-29FC-0B04-93D9-9F4717EC29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Cross-Domain Service Fault Management</a:t>
            </a:r>
          </a:p>
          <a:p>
            <a:r>
              <a:rPr lang="en-US" dirty="0"/>
              <a:t>High level Agents View</a:t>
            </a:r>
          </a:p>
        </p:txBody>
      </p:sp>
      <p:sp>
        <p:nvSpPr>
          <p:cNvPr id="2" name="矩形 311">
            <a:extLst>
              <a:ext uri="{FF2B5EF4-FFF2-40B4-BE49-F238E27FC236}">
                <a16:creationId xmlns:a16="http://schemas.microsoft.com/office/drawing/2014/main" id="{FED58C69-81CB-F8FF-0477-1AAE8DEC364C}"/>
              </a:ext>
            </a:extLst>
          </p:cNvPr>
          <p:cNvSpPr/>
          <p:nvPr/>
        </p:nvSpPr>
        <p:spPr>
          <a:xfrm>
            <a:off x="352125" y="4895850"/>
            <a:ext cx="11173125" cy="1201031"/>
          </a:xfrm>
          <a:prstGeom prst="rect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Network &amp; OSS</a:t>
            </a:r>
            <a:endParaRPr kumimoji="0" lang="zh-CN" altLang="en-US" sz="1598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矩形 367">
            <a:extLst>
              <a:ext uri="{FF2B5EF4-FFF2-40B4-BE49-F238E27FC236}">
                <a16:creationId xmlns:a16="http://schemas.microsoft.com/office/drawing/2014/main" id="{5648A72F-F038-EB06-5E81-1E625ED6F380}"/>
              </a:ext>
            </a:extLst>
          </p:cNvPr>
          <p:cNvSpPr>
            <a:spLocks/>
          </p:cNvSpPr>
          <p:nvPr/>
        </p:nvSpPr>
        <p:spPr>
          <a:xfrm>
            <a:off x="352124" y="3262634"/>
            <a:ext cx="11173125" cy="1328415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<a:noAutofit/>
          </a:bodyPr>
          <a:lstStyle/>
          <a:p>
            <a:pPr marL="0" marR="0" lvl="0" indent="0" algn="l" defTabSz="9129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2A0D7-0EB3-BA0C-910D-6AD163D8C88F}"/>
              </a:ext>
            </a:extLst>
          </p:cNvPr>
          <p:cNvSpPr txBox="1"/>
          <p:nvPr/>
        </p:nvSpPr>
        <p:spPr>
          <a:xfrm>
            <a:off x="418800" y="3262635"/>
            <a:ext cx="1390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Operational Digital Twin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367">
            <a:extLst>
              <a:ext uri="{FF2B5EF4-FFF2-40B4-BE49-F238E27FC236}">
                <a16:creationId xmlns:a16="http://schemas.microsoft.com/office/drawing/2014/main" id="{984A8002-E9E5-312B-E3F2-8B5A701909D3}"/>
              </a:ext>
            </a:extLst>
          </p:cNvPr>
          <p:cNvSpPr>
            <a:spLocks/>
          </p:cNvSpPr>
          <p:nvPr/>
        </p:nvSpPr>
        <p:spPr>
          <a:xfrm>
            <a:off x="352124" y="1675518"/>
            <a:ext cx="11173125" cy="1328415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<a:noAutofit/>
          </a:bodyPr>
          <a:lstStyle/>
          <a:p>
            <a:pPr marL="0" marR="0" lvl="0" indent="0" algn="l" defTabSz="9129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636CBC-A518-C7B6-A455-8450AD58AA3C}"/>
              </a:ext>
            </a:extLst>
          </p:cNvPr>
          <p:cNvSpPr txBox="1"/>
          <p:nvPr/>
        </p:nvSpPr>
        <p:spPr>
          <a:xfrm>
            <a:off x="418800" y="1750201"/>
            <a:ext cx="1390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OSS Operations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376">
            <a:extLst>
              <a:ext uri="{FF2B5EF4-FFF2-40B4-BE49-F238E27FC236}">
                <a16:creationId xmlns:a16="http://schemas.microsoft.com/office/drawing/2014/main" id="{35703F8F-349C-DDE5-E8B6-663024E1A880}"/>
              </a:ext>
            </a:extLst>
          </p:cNvPr>
          <p:cNvSpPr/>
          <p:nvPr/>
        </p:nvSpPr>
        <p:spPr>
          <a:xfrm>
            <a:off x="1809450" y="5087389"/>
            <a:ext cx="2233964" cy="817952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IP network domain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矩形 376">
            <a:extLst>
              <a:ext uri="{FF2B5EF4-FFF2-40B4-BE49-F238E27FC236}">
                <a16:creationId xmlns:a16="http://schemas.microsoft.com/office/drawing/2014/main" id="{2D6DD5F3-77FD-83A6-122A-83B6013E416D}"/>
              </a:ext>
            </a:extLst>
          </p:cNvPr>
          <p:cNvSpPr/>
          <p:nvPr/>
        </p:nvSpPr>
        <p:spPr>
          <a:xfrm>
            <a:off x="4543125" y="5087389"/>
            <a:ext cx="2233964" cy="817952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Core  network domain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矩形 376">
            <a:extLst>
              <a:ext uri="{FF2B5EF4-FFF2-40B4-BE49-F238E27FC236}">
                <a16:creationId xmlns:a16="http://schemas.microsoft.com/office/drawing/2014/main" id="{4AF33AFD-C810-01ED-1FCE-AABAFC3A94B9}"/>
              </a:ext>
            </a:extLst>
          </p:cNvPr>
          <p:cNvSpPr/>
          <p:nvPr/>
        </p:nvSpPr>
        <p:spPr>
          <a:xfrm>
            <a:off x="7734000" y="5087389"/>
            <a:ext cx="2233964" cy="817952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RAN  network domain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2BAB0A-B461-8F2E-DA30-1FB6A4858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946" y="5362668"/>
            <a:ext cx="425629" cy="42562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5C441E2-3FD9-9F59-5F2F-0210FE53EF82}"/>
              </a:ext>
            </a:extLst>
          </p:cNvPr>
          <p:cNvSpPr/>
          <p:nvPr/>
        </p:nvSpPr>
        <p:spPr>
          <a:xfrm>
            <a:off x="2394071" y="5452690"/>
            <a:ext cx="1444339" cy="245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IP ADN  System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B49288-1A7E-A057-6D5E-52E2382F0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019" y="5362666"/>
            <a:ext cx="425629" cy="42562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665CCBA-B917-F5B4-3BBB-C7927C3FAC75}"/>
              </a:ext>
            </a:extLst>
          </p:cNvPr>
          <p:cNvSpPr/>
          <p:nvPr/>
        </p:nvSpPr>
        <p:spPr>
          <a:xfrm>
            <a:off x="5177121" y="5409455"/>
            <a:ext cx="14443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Core  ADN System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7B1C48-59CA-A7D1-09C8-438BE23E2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944" y="5354646"/>
            <a:ext cx="425629" cy="42562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4286629-5427-1022-685B-C879137C689A}"/>
              </a:ext>
            </a:extLst>
          </p:cNvPr>
          <p:cNvSpPr/>
          <p:nvPr/>
        </p:nvSpPr>
        <p:spPr>
          <a:xfrm>
            <a:off x="8427099" y="5409455"/>
            <a:ext cx="14443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RAN   ADN System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EC0CFE-8B69-1D4A-80A1-EA1F0E0F5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11" y="3893780"/>
            <a:ext cx="425629" cy="42562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3FAAFDD-218D-8AD8-49D7-6A8CD1763462}"/>
              </a:ext>
            </a:extLst>
          </p:cNvPr>
          <p:cNvSpPr/>
          <p:nvPr/>
        </p:nvSpPr>
        <p:spPr>
          <a:xfrm>
            <a:off x="3256240" y="4313667"/>
            <a:ext cx="94620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RCA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5FEFF9E-BA19-0244-2B68-0F53D840F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29" y="3888038"/>
            <a:ext cx="425629" cy="42562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1818326-024C-C538-218A-ABFD53EC03EA}"/>
              </a:ext>
            </a:extLst>
          </p:cNvPr>
          <p:cNvSpPr/>
          <p:nvPr/>
        </p:nvSpPr>
        <p:spPr>
          <a:xfrm>
            <a:off x="4576312" y="4313666"/>
            <a:ext cx="15428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Service Impact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6D4BBD9-DB1B-9433-29CC-18AA0119F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9" y="3889478"/>
            <a:ext cx="425629" cy="42562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F2901BD-0E5C-BC75-02C0-7BE47AC94E80}"/>
              </a:ext>
            </a:extLst>
          </p:cNvPr>
          <p:cNvSpPr/>
          <p:nvPr/>
        </p:nvSpPr>
        <p:spPr>
          <a:xfrm>
            <a:off x="6062425" y="4295575"/>
            <a:ext cx="229914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Customer Business Impact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1150822-70DB-46BF-60D8-B2FC0D59A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689" y="2161584"/>
            <a:ext cx="425629" cy="42562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A2FD4F3-4FCB-DBB8-9827-7E0A4F2DE63E}"/>
              </a:ext>
            </a:extLst>
          </p:cNvPr>
          <p:cNvSpPr/>
          <p:nvPr/>
        </p:nvSpPr>
        <p:spPr>
          <a:xfrm>
            <a:off x="4365381" y="2609920"/>
            <a:ext cx="20432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Customer Experience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28D9D02-31CE-9E69-D3B9-9FFC75B36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353" y="2159014"/>
            <a:ext cx="425629" cy="42562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C41CAAE-790A-8B66-67B8-EB7A762292AD}"/>
              </a:ext>
            </a:extLst>
          </p:cNvPr>
          <p:cNvSpPr/>
          <p:nvPr/>
        </p:nvSpPr>
        <p:spPr>
          <a:xfrm>
            <a:off x="8127636" y="2616160"/>
            <a:ext cx="20432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Remediation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11CBB5B-270C-F18E-DA51-B57DD6D24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17" y="3570065"/>
            <a:ext cx="425629" cy="42562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9EEBB5D-95B0-C94F-B11B-9E6EC49EEC9C}"/>
              </a:ext>
            </a:extLst>
          </p:cNvPr>
          <p:cNvSpPr/>
          <p:nvPr/>
        </p:nvSpPr>
        <p:spPr>
          <a:xfrm>
            <a:off x="453772" y="4087680"/>
            <a:ext cx="9462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Topology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0680918-1521-D815-9C55-46B0C84FA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220" y="2159015"/>
            <a:ext cx="425629" cy="4256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61A0224-4D3C-1690-A205-513BBC8BD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262" y="2162441"/>
            <a:ext cx="425629" cy="42562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CE71698-1801-94DE-0069-2E4D6E1F278D}"/>
              </a:ext>
            </a:extLst>
          </p:cNvPr>
          <p:cNvSpPr/>
          <p:nvPr/>
        </p:nvSpPr>
        <p:spPr>
          <a:xfrm>
            <a:off x="2869309" y="2609920"/>
            <a:ext cx="16271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Prioritization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084C9E-50C9-DFA0-14BB-5CC36BB55E55}"/>
              </a:ext>
            </a:extLst>
          </p:cNvPr>
          <p:cNvSpPr/>
          <p:nvPr/>
        </p:nvSpPr>
        <p:spPr>
          <a:xfrm>
            <a:off x="6207375" y="2609920"/>
            <a:ext cx="20432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Recommendation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E570E0-DDC8-0A84-8C14-3D85FAB44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395" y="1914250"/>
            <a:ext cx="862505" cy="16087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841682-5E14-DE18-9394-E8DEFA6E9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586" y="3605991"/>
            <a:ext cx="862505" cy="16087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4F9D84-B554-E6B0-1171-8675CC1BF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8034" y="3565254"/>
            <a:ext cx="1114414" cy="24290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FA9A078-1ED5-DB86-CA86-0AD746D31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448" y="3561658"/>
            <a:ext cx="1114414" cy="24290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DBF8AE7-708D-19AE-0985-640BC210D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043" y="1879487"/>
            <a:ext cx="1114414" cy="24290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215CE69-D17D-3B6E-BE63-63861CDAC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375" y="1876925"/>
            <a:ext cx="1114414" cy="24290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2D6CA4F-A90E-EAFA-1F94-407DA9247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146" y="1873234"/>
            <a:ext cx="1114414" cy="24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9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4F85A-2283-AFD0-FE5B-1C5386C78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DE0F61-B264-9AAD-72F0-BF0DEC7BE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Cross-Domain Service Fault Management</a:t>
            </a:r>
          </a:p>
          <a:p>
            <a:r>
              <a:rPr lang="en-US" dirty="0"/>
              <a:t>Agents Data &amp; Flow</a:t>
            </a:r>
            <a:r>
              <a:rPr lang="he-IL" dirty="0"/>
              <a:t> </a:t>
            </a:r>
            <a:r>
              <a:rPr lang="en-US" dirty="0"/>
              <a:t> - Operational Digital Twin </a:t>
            </a:r>
          </a:p>
        </p:txBody>
      </p:sp>
      <p:sp>
        <p:nvSpPr>
          <p:cNvPr id="2" name="矩形 311">
            <a:extLst>
              <a:ext uri="{FF2B5EF4-FFF2-40B4-BE49-F238E27FC236}">
                <a16:creationId xmlns:a16="http://schemas.microsoft.com/office/drawing/2014/main" id="{19AAFCFC-6576-EDCC-0D65-9E037E7CE67F}"/>
              </a:ext>
            </a:extLst>
          </p:cNvPr>
          <p:cNvSpPr/>
          <p:nvPr/>
        </p:nvSpPr>
        <p:spPr>
          <a:xfrm>
            <a:off x="352125" y="4895850"/>
            <a:ext cx="11173125" cy="1329852"/>
          </a:xfrm>
          <a:prstGeom prst="rect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Network &amp;  OSS Data Sources</a:t>
            </a:r>
            <a:endParaRPr kumimoji="0" lang="zh-CN" altLang="en-US" sz="1598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矩形 367">
            <a:extLst>
              <a:ext uri="{FF2B5EF4-FFF2-40B4-BE49-F238E27FC236}">
                <a16:creationId xmlns:a16="http://schemas.microsoft.com/office/drawing/2014/main" id="{93E4BFB3-A8D6-DA2E-192E-9721E667FE70}"/>
              </a:ext>
            </a:extLst>
          </p:cNvPr>
          <p:cNvSpPr>
            <a:spLocks/>
          </p:cNvSpPr>
          <p:nvPr/>
        </p:nvSpPr>
        <p:spPr>
          <a:xfrm>
            <a:off x="352124" y="1856535"/>
            <a:ext cx="11173125" cy="2412735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<a:noAutofit/>
          </a:bodyPr>
          <a:lstStyle/>
          <a:p>
            <a:pPr marL="0" marR="0" lvl="0" indent="0" algn="l" defTabSz="9129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CDD0F-9A98-023F-CF05-68555029E4F0}"/>
              </a:ext>
            </a:extLst>
          </p:cNvPr>
          <p:cNvSpPr txBox="1"/>
          <p:nvPr/>
        </p:nvSpPr>
        <p:spPr>
          <a:xfrm>
            <a:off x="418800" y="1856536"/>
            <a:ext cx="1390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Operational Digital Twin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376">
            <a:extLst>
              <a:ext uri="{FF2B5EF4-FFF2-40B4-BE49-F238E27FC236}">
                <a16:creationId xmlns:a16="http://schemas.microsoft.com/office/drawing/2014/main" id="{30B90CF6-0690-7417-EB20-8B8BDB7F46CD}"/>
              </a:ext>
            </a:extLst>
          </p:cNvPr>
          <p:cNvSpPr/>
          <p:nvPr/>
        </p:nvSpPr>
        <p:spPr>
          <a:xfrm>
            <a:off x="826998" y="5261425"/>
            <a:ext cx="2186048" cy="817952"/>
          </a:xfrm>
          <a:prstGeom prst="rect">
            <a:avLst/>
          </a:prstGeom>
          <a:noFill/>
          <a:ln w="19050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IP network domain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矩形 376">
            <a:extLst>
              <a:ext uri="{FF2B5EF4-FFF2-40B4-BE49-F238E27FC236}">
                <a16:creationId xmlns:a16="http://schemas.microsoft.com/office/drawing/2014/main" id="{A8908364-4DC9-DF1A-136F-B3F98AE393F6}"/>
              </a:ext>
            </a:extLst>
          </p:cNvPr>
          <p:cNvSpPr/>
          <p:nvPr/>
        </p:nvSpPr>
        <p:spPr>
          <a:xfrm>
            <a:off x="8696849" y="2207993"/>
            <a:ext cx="2233964" cy="1149235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Outputs (Northbound)</a:t>
            </a:r>
          </a:p>
          <a:p>
            <a:pPr marL="171450" marR="0" lvl="0" indent="-17145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Topology for consumers</a:t>
            </a:r>
          </a:p>
          <a:p>
            <a:pPr marL="171450" marR="0" lvl="0" indent="-17145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Impacting Business Problems</a:t>
            </a:r>
          </a:p>
          <a:p>
            <a:pPr marL="171450" marR="0" lvl="0" indent="-17145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000" b="1" kern="0" dirty="0">
                <a:solidFill>
                  <a:srgbClr val="30B5C5">
                    <a:lumMod val="75000"/>
                  </a:srgbClr>
                </a:solidFill>
                <a:latin typeface="Aptos"/>
              </a:rPr>
              <a:t>RCA Outputs</a:t>
            </a:r>
          </a:p>
          <a:p>
            <a:pPr marL="171450" marR="0" lvl="0" indent="-17145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Impact Outputs</a:t>
            </a:r>
          </a:p>
          <a:p>
            <a:pPr marL="171450" marR="0" lvl="0" indent="-17145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000" b="1" kern="0" dirty="0">
                <a:solidFill>
                  <a:srgbClr val="30B5C5">
                    <a:lumMod val="75000"/>
                  </a:srgbClr>
                </a:solidFill>
                <a:latin typeface="Aptos"/>
              </a:rPr>
              <a:t>What-If queries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1450" marR="0" lvl="0" indent="-17145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000" b="1" kern="0" dirty="0">
                <a:solidFill>
                  <a:srgbClr val="30B5C5">
                    <a:lumMod val="75000"/>
                  </a:srgbClr>
                </a:solidFill>
                <a:latin typeface="Aptos"/>
              </a:rPr>
              <a:t>Others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89F7F6-03B6-2613-30B4-0ECC94114383}"/>
              </a:ext>
            </a:extLst>
          </p:cNvPr>
          <p:cNvSpPr/>
          <p:nvPr/>
        </p:nvSpPr>
        <p:spPr>
          <a:xfrm>
            <a:off x="986586" y="5464959"/>
            <a:ext cx="9526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Topology Data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5EFA23-9792-EFCD-462E-44BD0C209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017" y="3150156"/>
            <a:ext cx="425629" cy="42562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39C8999-AB6B-0DFD-DB9C-A02AA97B1C60}"/>
              </a:ext>
            </a:extLst>
          </p:cNvPr>
          <p:cNvSpPr/>
          <p:nvPr/>
        </p:nvSpPr>
        <p:spPr>
          <a:xfrm>
            <a:off x="3013046" y="3570043"/>
            <a:ext cx="94620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RCA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7DFB8A8-CB0F-8E29-9C43-B50505412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335" y="3144414"/>
            <a:ext cx="425629" cy="42562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E14ACD6-F1DC-6176-7714-766362F3BDDE}"/>
              </a:ext>
            </a:extLst>
          </p:cNvPr>
          <p:cNvSpPr/>
          <p:nvPr/>
        </p:nvSpPr>
        <p:spPr>
          <a:xfrm>
            <a:off x="4333118" y="3570042"/>
            <a:ext cx="15428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Service Impact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62E2FB5-07B6-8C73-3BE1-8ED85D216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275" y="3145854"/>
            <a:ext cx="425629" cy="42562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C00B64E-E6CA-F88B-9752-F3CA18669C3E}"/>
              </a:ext>
            </a:extLst>
          </p:cNvPr>
          <p:cNvSpPr/>
          <p:nvPr/>
        </p:nvSpPr>
        <p:spPr>
          <a:xfrm>
            <a:off x="6152708" y="3581448"/>
            <a:ext cx="229914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Customer Business Impact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7D21824-5639-CBF5-04DD-6643B16D1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43" y="2546521"/>
            <a:ext cx="425629" cy="42562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AC93AA4C-5ACB-391B-68C9-6783B08FF558}"/>
              </a:ext>
            </a:extLst>
          </p:cNvPr>
          <p:cNvSpPr/>
          <p:nvPr/>
        </p:nvSpPr>
        <p:spPr>
          <a:xfrm>
            <a:off x="826998" y="3064136"/>
            <a:ext cx="9462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Topology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6A2056-A26C-A3BC-5106-8AFF7E961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361" y="2741068"/>
            <a:ext cx="862505" cy="16087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EB7587-DD62-0389-6848-38110969A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6809" y="2700331"/>
            <a:ext cx="1114414" cy="24290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AB006AD-AE92-D557-73A9-B8F07062C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223" y="2696735"/>
            <a:ext cx="1114414" cy="242908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71D3AC-91D2-54B2-90B4-9660546FB9E2}"/>
              </a:ext>
            </a:extLst>
          </p:cNvPr>
          <p:cNvCxnSpPr>
            <a:cxnSpLocks/>
          </p:cNvCxnSpPr>
          <p:nvPr/>
        </p:nvCxnSpPr>
        <p:spPr>
          <a:xfrm flipV="1">
            <a:off x="3243506" y="3375827"/>
            <a:ext cx="1547682" cy="15198"/>
          </a:xfrm>
          <a:prstGeom prst="straightConnector1">
            <a:avLst/>
          </a:prstGeom>
          <a:ln>
            <a:solidFill>
              <a:srgbClr val="40AB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53220D-0FF7-6579-33AD-43E6E4EE479F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5181964" y="3357229"/>
            <a:ext cx="866673" cy="1124"/>
          </a:xfrm>
          <a:prstGeom prst="straightConnector1">
            <a:avLst/>
          </a:prstGeom>
          <a:ln>
            <a:solidFill>
              <a:srgbClr val="40AB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E351D63-F62E-9A6C-C97A-7B8017C8DB13}"/>
              </a:ext>
            </a:extLst>
          </p:cNvPr>
          <p:cNvCxnSpPr>
            <a:cxnSpLocks/>
          </p:cNvCxnSpPr>
          <p:nvPr/>
        </p:nvCxnSpPr>
        <p:spPr>
          <a:xfrm flipH="1">
            <a:off x="5149139" y="3429000"/>
            <a:ext cx="841916" cy="0"/>
          </a:xfrm>
          <a:prstGeom prst="straightConnector1">
            <a:avLst/>
          </a:prstGeom>
          <a:ln>
            <a:solidFill>
              <a:srgbClr val="40AB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B179250-73CF-123A-4303-63D9EF25796B}"/>
              </a:ext>
            </a:extLst>
          </p:cNvPr>
          <p:cNvSpPr/>
          <p:nvPr/>
        </p:nvSpPr>
        <p:spPr>
          <a:xfrm>
            <a:off x="1958892" y="5492701"/>
            <a:ext cx="9699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Network Alarms &amp; KPIs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矩形 376">
            <a:extLst>
              <a:ext uri="{FF2B5EF4-FFF2-40B4-BE49-F238E27FC236}">
                <a16:creationId xmlns:a16="http://schemas.microsoft.com/office/drawing/2014/main" id="{5D6326B0-0AC3-2FDD-03AF-B0CA30E201F5}"/>
              </a:ext>
            </a:extLst>
          </p:cNvPr>
          <p:cNvSpPr/>
          <p:nvPr/>
        </p:nvSpPr>
        <p:spPr>
          <a:xfrm>
            <a:off x="977950" y="5504802"/>
            <a:ext cx="795256" cy="462934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矩形 376">
            <a:extLst>
              <a:ext uri="{FF2B5EF4-FFF2-40B4-BE49-F238E27FC236}">
                <a16:creationId xmlns:a16="http://schemas.microsoft.com/office/drawing/2014/main" id="{1F8E6C6B-CC39-F984-D614-F56AF36DC852}"/>
              </a:ext>
            </a:extLst>
          </p:cNvPr>
          <p:cNvSpPr/>
          <p:nvPr/>
        </p:nvSpPr>
        <p:spPr>
          <a:xfrm>
            <a:off x="1976251" y="5502666"/>
            <a:ext cx="952630" cy="400538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1" name="矩形 376">
            <a:extLst>
              <a:ext uri="{FF2B5EF4-FFF2-40B4-BE49-F238E27FC236}">
                <a16:creationId xmlns:a16="http://schemas.microsoft.com/office/drawing/2014/main" id="{EEAF6D1B-BF17-E527-AD50-5EB592AAE353}"/>
              </a:ext>
            </a:extLst>
          </p:cNvPr>
          <p:cNvSpPr/>
          <p:nvPr/>
        </p:nvSpPr>
        <p:spPr>
          <a:xfrm>
            <a:off x="3565646" y="5261425"/>
            <a:ext cx="2186048" cy="817952"/>
          </a:xfrm>
          <a:prstGeom prst="rect">
            <a:avLst/>
          </a:prstGeom>
          <a:noFill/>
          <a:ln w="19050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b="1" kern="0" dirty="0">
                <a:solidFill>
                  <a:srgbClr val="30B5C5">
                    <a:lumMod val="75000"/>
                  </a:srgbClr>
                </a:solidFill>
                <a:latin typeface="Aptos"/>
              </a:rPr>
              <a:t>Core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network domain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DEA8382-1E35-7FE0-5FB0-BA082FC4E487}"/>
              </a:ext>
            </a:extLst>
          </p:cNvPr>
          <p:cNvSpPr/>
          <p:nvPr/>
        </p:nvSpPr>
        <p:spPr>
          <a:xfrm>
            <a:off x="3725234" y="5464959"/>
            <a:ext cx="9526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Topology Data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F4D4E46-844F-AD03-8A32-8BD74570D24C}"/>
              </a:ext>
            </a:extLst>
          </p:cNvPr>
          <p:cNvSpPr/>
          <p:nvPr/>
        </p:nvSpPr>
        <p:spPr>
          <a:xfrm>
            <a:off x="4697540" y="5492701"/>
            <a:ext cx="9699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Network Alarms &amp; KPIs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4" name="矩形 376">
            <a:extLst>
              <a:ext uri="{FF2B5EF4-FFF2-40B4-BE49-F238E27FC236}">
                <a16:creationId xmlns:a16="http://schemas.microsoft.com/office/drawing/2014/main" id="{39C284CB-5BA7-DF92-A5FE-3955B8671DE5}"/>
              </a:ext>
            </a:extLst>
          </p:cNvPr>
          <p:cNvSpPr/>
          <p:nvPr/>
        </p:nvSpPr>
        <p:spPr>
          <a:xfrm>
            <a:off x="3716598" y="5504802"/>
            <a:ext cx="795256" cy="462934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5" name="矩形 376">
            <a:extLst>
              <a:ext uri="{FF2B5EF4-FFF2-40B4-BE49-F238E27FC236}">
                <a16:creationId xmlns:a16="http://schemas.microsoft.com/office/drawing/2014/main" id="{C601340F-23A8-DE9B-7866-DE856BF590A7}"/>
              </a:ext>
            </a:extLst>
          </p:cNvPr>
          <p:cNvSpPr/>
          <p:nvPr/>
        </p:nvSpPr>
        <p:spPr>
          <a:xfrm>
            <a:off x="4714899" y="5502666"/>
            <a:ext cx="952630" cy="400538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6" name="矩形 376">
            <a:extLst>
              <a:ext uri="{FF2B5EF4-FFF2-40B4-BE49-F238E27FC236}">
                <a16:creationId xmlns:a16="http://schemas.microsoft.com/office/drawing/2014/main" id="{BBF19C80-F04B-A030-BF69-876955F6CC7A}"/>
              </a:ext>
            </a:extLst>
          </p:cNvPr>
          <p:cNvSpPr/>
          <p:nvPr/>
        </p:nvSpPr>
        <p:spPr>
          <a:xfrm>
            <a:off x="6304294" y="5261425"/>
            <a:ext cx="2186048" cy="817952"/>
          </a:xfrm>
          <a:prstGeom prst="rect">
            <a:avLst/>
          </a:prstGeom>
          <a:noFill/>
          <a:ln w="19050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RAN network domain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BB8740F-0338-24E7-9891-9899EAC2547B}"/>
              </a:ext>
            </a:extLst>
          </p:cNvPr>
          <p:cNvSpPr/>
          <p:nvPr/>
        </p:nvSpPr>
        <p:spPr>
          <a:xfrm>
            <a:off x="6463882" y="5464959"/>
            <a:ext cx="9526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Topology Data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900D042-FD08-2CBB-466E-B6EC87D640DB}"/>
              </a:ext>
            </a:extLst>
          </p:cNvPr>
          <p:cNvSpPr/>
          <p:nvPr/>
        </p:nvSpPr>
        <p:spPr>
          <a:xfrm>
            <a:off x="7436188" y="5492701"/>
            <a:ext cx="9699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Network Alarms &amp; KPIs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69" name="矩形 376">
            <a:extLst>
              <a:ext uri="{FF2B5EF4-FFF2-40B4-BE49-F238E27FC236}">
                <a16:creationId xmlns:a16="http://schemas.microsoft.com/office/drawing/2014/main" id="{DABAFAF7-4367-68BB-3935-4D4BFEF3810B}"/>
              </a:ext>
            </a:extLst>
          </p:cNvPr>
          <p:cNvSpPr/>
          <p:nvPr/>
        </p:nvSpPr>
        <p:spPr>
          <a:xfrm>
            <a:off x="6455246" y="5504802"/>
            <a:ext cx="795256" cy="462934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0" name="矩形 376">
            <a:extLst>
              <a:ext uri="{FF2B5EF4-FFF2-40B4-BE49-F238E27FC236}">
                <a16:creationId xmlns:a16="http://schemas.microsoft.com/office/drawing/2014/main" id="{6F97F33A-3EAA-4DF0-EE05-D2306E0A75F0}"/>
              </a:ext>
            </a:extLst>
          </p:cNvPr>
          <p:cNvSpPr/>
          <p:nvPr/>
        </p:nvSpPr>
        <p:spPr>
          <a:xfrm>
            <a:off x="7453547" y="5502666"/>
            <a:ext cx="952630" cy="400538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1" name="矩形 376">
            <a:extLst>
              <a:ext uri="{FF2B5EF4-FFF2-40B4-BE49-F238E27FC236}">
                <a16:creationId xmlns:a16="http://schemas.microsoft.com/office/drawing/2014/main" id="{AAFDF55D-9ED3-8D12-CCB5-D68488D2171C}"/>
              </a:ext>
            </a:extLst>
          </p:cNvPr>
          <p:cNvSpPr/>
          <p:nvPr/>
        </p:nvSpPr>
        <p:spPr>
          <a:xfrm>
            <a:off x="9042942" y="5283780"/>
            <a:ext cx="2186048" cy="817952"/>
          </a:xfrm>
          <a:prstGeom prst="rect">
            <a:avLst/>
          </a:prstGeom>
          <a:noFill/>
          <a:ln w="19050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Customer Experience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65B497E-19A4-33CF-ED55-939D33A49DBC}"/>
              </a:ext>
            </a:extLst>
          </p:cNvPr>
          <p:cNvSpPr/>
          <p:nvPr/>
        </p:nvSpPr>
        <p:spPr>
          <a:xfrm>
            <a:off x="9098758" y="5502666"/>
            <a:ext cx="15312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KPIs &amp; Insights</a:t>
            </a:r>
          </a:p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dirty="0">
                <a:solidFill>
                  <a:srgbClr val="1D1D1A"/>
                </a:solidFill>
                <a:latin typeface="Aptos"/>
                <a:cs typeface="Arial" panose="020B0604020202020204" pitchFamily="34" charset="0"/>
              </a:rPr>
              <a:t>Anomalies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F5923D8B-FA75-2925-53F9-87CC9526C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455" y="4994647"/>
            <a:ext cx="862505" cy="160877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D67E212-7448-38FF-FE44-D1C2F0E0C6D3}"/>
              </a:ext>
            </a:extLst>
          </p:cNvPr>
          <p:cNvCxnSpPr>
            <a:cxnSpLocks/>
          </p:cNvCxnSpPr>
          <p:nvPr/>
        </p:nvCxnSpPr>
        <p:spPr>
          <a:xfrm>
            <a:off x="1114125" y="4685489"/>
            <a:ext cx="7292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C26E368-E1CC-C4A7-FC95-BE820E85016E}"/>
              </a:ext>
            </a:extLst>
          </p:cNvPr>
          <p:cNvCxnSpPr>
            <a:cxnSpLocks/>
          </p:cNvCxnSpPr>
          <p:nvPr/>
        </p:nvCxnSpPr>
        <p:spPr>
          <a:xfrm flipV="1">
            <a:off x="1127605" y="3504089"/>
            <a:ext cx="0" cy="118140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5628D65-05A7-84E6-6FAD-8D4238F32AD8}"/>
              </a:ext>
            </a:extLst>
          </p:cNvPr>
          <p:cNvCxnSpPr>
            <a:cxnSpLocks/>
          </p:cNvCxnSpPr>
          <p:nvPr/>
        </p:nvCxnSpPr>
        <p:spPr>
          <a:xfrm flipV="1">
            <a:off x="1114125" y="4685489"/>
            <a:ext cx="0" cy="77947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F07512A-111B-35E1-8500-0B16CA07890F}"/>
              </a:ext>
            </a:extLst>
          </p:cNvPr>
          <p:cNvCxnSpPr>
            <a:cxnSpLocks/>
          </p:cNvCxnSpPr>
          <p:nvPr/>
        </p:nvCxnSpPr>
        <p:spPr>
          <a:xfrm flipV="1">
            <a:off x="3930247" y="4685489"/>
            <a:ext cx="0" cy="84124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9A59C9C-B2B8-9952-AED6-2A883D48FEFA}"/>
              </a:ext>
            </a:extLst>
          </p:cNvPr>
          <p:cNvCxnSpPr>
            <a:cxnSpLocks/>
          </p:cNvCxnSpPr>
          <p:nvPr/>
        </p:nvCxnSpPr>
        <p:spPr>
          <a:xfrm flipV="1">
            <a:off x="6757763" y="4706059"/>
            <a:ext cx="0" cy="79660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35707E1-E8AC-8EB1-631E-94229B2CC8B8}"/>
              </a:ext>
            </a:extLst>
          </p:cNvPr>
          <p:cNvCxnSpPr>
            <a:cxnSpLocks/>
          </p:cNvCxnSpPr>
          <p:nvPr/>
        </p:nvCxnSpPr>
        <p:spPr>
          <a:xfrm flipV="1">
            <a:off x="2521779" y="4481955"/>
            <a:ext cx="7020105" cy="5738"/>
          </a:xfrm>
          <a:prstGeom prst="line">
            <a:avLst/>
          </a:prstGeom>
          <a:ln>
            <a:solidFill>
              <a:srgbClr val="980BD9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ED456A7-20D5-9BA1-975D-D941E6109B51}"/>
              </a:ext>
            </a:extLst>
          </p:cNvPr>
          <p:cNvCxnSpPr>
            <a:cxnSpLocks/>
          </p:cNvCxnSpPr>
          <p:nvPr/>
        </p:nvCxnSpPr>
        <p:spPr>
          <a:xfrm flipV="1">
            <a:off x="2521779" y="4487693"/>
            <a:ext cx="0" cy="779470"/>
          </a:xfrm>
          <a:prstGeom prst="straightConnector1">
            <a:avLst/>
          </a:prstGeom>
          <a:ln>
            <a:solidFill>
              <a:srgbClr val="980B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D270D8C-B43F-22A6-B35D-63F190556D1B}"/>
              </a:ext>
            </a:extLst>
          </p:cNvPr>
          <p:cNvCxnSpPr>
            <a:cxnSpLocks/>
          </p:cNvCxnSpPr>
          <p:nvPr/>
        </p:nvCxnSpPr>
        <p:spPr>
          <a:xfrm flipV="1">
            <a:off x="5167673" y="4481955"/>
            <a:ext cx="0" cy="995838"/>
          </a:xfrm>
          <a:prstGeom prst="straightConnector1">
            <a:avLst/>
          </a:prstGeom>
          <a:ln>
            <a:solidFill>
              <a:srgbClr val="980B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B49F391-EC53-4A19-5F54-974FFC3FDD89}"/>
              </a:ext>
            </a:extLst>
          </p:cNvPr>
          <p:cNvCxnSpPr>
            <a:cxnSpLocks/>
          </p:cNvCxnSpPr>
          <p:nvPr/>
        </p:nvCxnSpPr>
        <p:spPr>
          <a:xfrm flipV="1">
            <a:off x="9541884" y="4481955"/>
            <a:ext cx="0" cy="779470"/>
          </a:xfrm>
          <a:prstGeom prst="straightConnector1">
            <a:avLst/>
          </a:prstGeom>
          <a:ln>
            <a:solidFill>
              <a:srgbClr val="980B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4DCCBF9-F64D-94A1-EEF7-7F27F5E92210}"/>
              </a:ext>
            </a:extLst>
          </p:cNvPr>
          <p:cNvCxnSpPr>
            <a:cxnSpLocks/>
          </p:cNvCxnSpPr>
          <p:nvPr/>
        </p:nvCxnSpPr>
        <p:spPr>
          <a:xfrm flipV="1">
            <a:off x="4989333" y="3958785"/>
            <a:ext cx="0" cy="523170"/>
          </a:xfrm>
          <a:prstGeom prst="straightConnector1">
            <a:avLst/>
          </a:prstGeom>
          <a:ln>
            <a:solidFill>
              <a:srgbClr val="980B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F9BEE4-1E26-72AC-5F13-6AEACB552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421" y="3121628"/>
            <a:ext cx="496753" cy="496753"/>
          </a:xfrm>
          <a:prstGeom prst="rect">
            <a:avLst/>
          </a:prstGeom>
          <a:solidFill>
            <a:schemeClr val="tx1"/>
          </a:solidFill>
          <a:ln>
            <a:solidFill>
              <a:srgbClr val="980BD9"/>
            </a:solidFill>
          </a:ln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B5FAC16C-6190-1ABA-4F30-EE2C888F4F23}"/>
              </a:ext>
            </a:extLst>
          </p:cNvPr>
          <p:cNvSpPr/>
          <p:nvPr/>
        </p:nvSpPr>
        <p:spPr>
          <a:xfrm>
            <a:off x="1621423" y="3712649"/>
            <a:ext cx="9462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Topology Model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275BBE4-6C77-E78B-E243-F4DFDF4521DA}"/>
              </a:ext>
            </a:extLst>
          </p:cNvPr>
          <p:cNvCxnSpPr>
            <a:cxnSpLocks/>
          </p:cNvCxnSpPr>
          <p:nvPr/>
        </p:nvCxnSpPr>
        <p:spPr>
          <a:xfrm>
            <a:off x="2120174" y="3357228"/>
            <a:ext cx="52529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30250C98-E5B1-3BD2-BE99-99228739412E}"/>
              </a:ext>
            </a:extLst>
          </p:cNvPr>
          <p:cNvSpPr/>
          <p:nvPr/>
        </p:nvSpPr>
        <p:spPr>
          <a:xfrm>
            <a:off x="3834865" y="2980319"/>
            <a:ext cx="289166" cy="289166"/>
          </a:xfrm>
          <a:prstGeom prst="ellipse">
            <a:avLst/>
          </a:prstGeom>
          <a:solidFill>
            <a:schemeClr val="bg1"/>
          </a:solidFill>
          <a:ln>
            <a:solidFill>
              <a:srgbClr val="40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CB184372-AF51-812F-EC0C-9BD78EFADB4C}"/>
              </a:ext>
            </a:extLst>
          </p:cNvPr>
          <p:cNvSpPr/>
          <p:nvPr/>
        </p:nvSpPr>
        <p:spPr>
          <a:xfrm>
            <a:off x="5525102" y="2978555"/>
            <a:ext cx="289166" cy="289166"/>
          </a:xfrm>
          <a:prstGeom prst="ellipse">
            <a:avLst/>
          </a:prstGeom>
          <a:solidFill>
            <a:schemeClr val="bg1"/>
          </a:solidFill>
          <a:ln>
            <a:solidFill>
              <a:srgbClr val="40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8038899-6B63-3D0B-657B-B3885B8AAF92}"/>
              </a:ext>
            </a:extLst>
          </p:cNvPr>
          <p:cNvSpPr/>
          <p:nvPr/>
        </p:nvSpPr>
        <p:spPr>
          <a:xfrm>
            <a:off x="5720337" y="3453125"/>
            <a:ext cx="289166" cy="289166"/>
          </a:xfrm>
          <a:prstGeom prst="ellipse">
            <a:avLst/>
          </a:prstGeom>
          <a:solidFill>
            <a:schemeClr val="bg1"/>
          </a:solidFill>
          <a:ln>
            <a:solidFill>
              <a:srgbClr val="40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4246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A4E2E-8E9D-3085-3B7B-8A368DFE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A4997E-24DB-D6EF-2386-93F03E255E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Cross-Domain Service Fault Management</a:t>
            </a:r>
          </a:p>
          <a:p>
            <a:r>
              <a:rPr lang="en-US" dirty="0"/>
              <a:t>OSS Operations – Data &amp; Flow </a:t>
            </a:r>
          </a:p>
        </p:txBody>
      </p:sp>
      <p:sp>
        <p:nvSpPr>
          <p:cNvPr id="3" name="矩形 367">
            <a:extLst>
              <a:ext uri="{FF2B5EF4-FFF2-40B4-BE49-F238E27FC236}">
                <a16:creationId xmlns:a16="http://schemas.microsoft.com/office/drawing/2014/main" id="{22D0F139-5DB4-E9A5-29BB-692D1BFB022F}"/>
              </a:ext>
            </a:extLst>
          </p:cNvPr>
          <p:cNvSpPr>
            <a:spLocks/>
          </p:cNvSpPr>
          <p:nvPr/>
        </p:nvSpPr>
        <p:spPr>
          <a:xfrm>
            <a:off x="352124" y="1672730"/>
            <a:ext cx="2779419" cy="2918320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<a:noAutofit/>
          </a:bodyPr>
          <a:lstStyle/>
          <a:p>
            <a:pPr marL="0" marR="0" lvl="0" indent="0" algn="l" defTabSz="9129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D1F2E-4D2B-2534-DA22-9DF5FB739A9A}"/>
              </a:ext>
            </a:extLst>
          </p:cNvPr>
          <p:cNvSpPr txBox="1"/>
          <p:nvPr/>
        </p:nvSpPr>
        <p:spPr>
          <a:xfrm>
            <a:off x="480712" y="1806528"/>
            <a:ext cx="1390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Operational Digital Twin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367">
            <a:extLst>
              <a:ext uri="{FF2B5EF4-FFF2-40B4-BE49-F238E27FC236}">
                <a16:creationId xmlns:a16="http://schemas.microsoft.com/office/drawing/2014/main" id="{B1D48A18-0DC3-8018-FA5E-A80B055F0567}"/>
              </a:ext>
            </a:extLst>
          </p:cNvPr>
          <p:cNvSpPr>
            <a:spLocks/>
          </p:cNvSpPr>
          <p:nvPr/>
        </p:nvSpPr>
        <p:spPr>
          <a:xfrm>
            <a:off x="3565646" y="1675518"/>
            <a:ext cx="7959603" cy="1670797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<a:noAutofit/>
          </a:bodyPr>
          <a:lstStyle/>
          <a:p>
            <a:pPr marL="0" marR="0" lvl="0" indent="0" algn="l" defTabSz="9129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137B6-9229-24CC-B411-45105BE23D39}"/>
              </a:ext>
            </a:extLst>
          </p:cNvPr>
          <p:cNvSpPr txBox="1"/>
          <p:nvPr/>
        </p:nvSpPr>
        <p:spPr>
          <a:xfrm>
            <a:off x="3611481" y="1672729"/>
            <a:ext cx="1390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OSS Operations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BC88C70-9155-8915-A5DA-AB3E22E46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184" y="2161584"/>
            <a:ext cx="425629" cy="42562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0A370E0-5339-13BA-2BDE-0C1DB5398040}"/>
              </a:ext>
            </a:extLst>
          </p:cNvPr>
          <p:cNvSpPr/>
          <p:nvPr/>
        </p:nvSpPr>
        <p:spPr>
          <a:xfrm>
            <a:off x="5347876" y="2609920"/>
            <a:ext cx="20432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Customer Experience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F14B4A3-9D9B-55F0-B9B4-8E2381010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7848" y="2170584"/>
            <a:ext cx="425629" cy="42562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EB529D0-F8D9-262C-FC60-EBB9ABA235FD}"/>
              </a:ext>
            </a:extLst>
          </p:cNvPr>
          <p:cNvSpPr/>
          <p:nvPr/>
        </p:nvSpPr>
        <p:spPr>
          <a:xfrm>
            <a:off x="9110131" y="2616160"/>
            <a:ext cx="20432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Remediation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F321EB5-2F87-A232-FB9E-0FF85D8D6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48" y="2096813"/>
            <a:ext cx="425629" cy="42562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C1B5D0F-352C-A823-101C-7BBA5A7E26AB}"/>
              </a:ext>
            </a:extLst>
          </p:cNvPr>
          <p:cNvSpPr/>
          <p:nvPr/>
        </p:nvSpPr>
        <p:spPr>
          <a:xfrm>
            <a:off x="613481" y="2578080"/>
            <a:ext cx="9462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Topology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5D5BFFF-E0CA-011C-5C97-CFAFD2899D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15" y="2159015"/>
            <a:ext cx="425629" cy="4256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93C4A65-5967-5175-5BA6-FA6C15745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757" y="2162441"/>
            <a:ext cx="425629" cy="42562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24174830-33A1-185B-A3FE-60EEDCAA744B}"/>
              </a:ext>
            </a:extLst>
          </p:cNvPr>
          <p:cNvSpPr/>
          <p:nvPr/>
        </p:nvSpPr>
        <p:spPr>
          <a:xfrm>
            <a:off x="3851804" y="2609920"/>
            <a:ext cx="16271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Prioritization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9873FD-409B-F88E-949C-CE9395F547B5}"/>
              </a:ext>
            </a:extLst>
          </p:cNvPr>
          <p:cNvSpPr/>
          <p:nvPr/>
        </p:nvSpPr>
        <p:spPr>
          <a:xfrm>
            <a:off x="7189870" y="2609920"/>
            <a:ext cx="20432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Recommendation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05D46-5E30-0A24-4378-113C312BA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890" y="1914250"/>
            <a:ext cx="862505" cy="16087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DEDD0C7-03A9-E888-8A07-1C9D5EABD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538" y="1879487"/>
            <a:ext cx="1114414" cy="24290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CC02A47-10BB-518E-86F9-889132CA8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870" y="1876925"/>
            <a:ext cx="1114414" cy="24290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8809925-B6AE-6A4A-DAAF-8AD7A193FB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0641" y="1873234"/>
            <a:ext cx="1114414" cy="24290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005CB8D4-DBA1-9AD6-B357-C1CF0F363491}"/>
              </a:ext>
            </a:extLst>
          </p:cNvPr>
          <p:cNvSpPr/>
          <p:nvPr/>
        </p:nvSpPr>
        <p:spPr>
          <a:xfrm>
            <a:off x="613481" y="3534298"/>
            <a:ext cx="9462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Digital Twin repositories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AB83017-A395-BA61-5AD0-131E539BABA7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4651766" y="2360110"/>
            <a:ext cx="1262949" cy="11720"/>
          </a:xfrm>
          <a:prstGeom prst="straightConnector1">
            <a:avLst/>
          </a:prstGeom>
          <a:ln>
            <a:solidFill>
              <a:srgbClr val="40AB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B481DB5-E66C-CB0A-9875-4903F5793D09}"/>
              </a:ext>
            </a:extLst>
          </p:cNvPr>
          <p:cNvCxnSpPr>
            <a:cxnSpLocks/>
          </p:cNvCxnSpPr>
          <p:nvPr/>
        </p:nvCxnSpPr>
        <p:spPr>
          <a:xfrm>
            <a:off x="6282498" y="2345451"/>
            <a:ext cx="1262949" cy="11720"/>
          </a:xfrm>
          <a:prstGeom prst="straightConnector1">
            <a:avLst/>
          </a:prstGeom>
          <a:ln>
            <a:solidFill>
              <a:srgbClr val="40AB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52129AF-461B-D305-805A-89E777436DE2}"/>
              </a:ext>
            </a:extLst>
          </p:cNvPr>
          <p:cNvCxnSpPr>
            <a:cxnSpLocks/>
          </p:cNvCxnSpPr>
          <p:nvPr/>
        </p:nvCxnSpPr>
        <p:spPr>
          <a:xfrm flipH="1">
            <a:off x="4665386" y="2459835"/>
            <a:ext cx="1175939" cy="0"/>
          </a:xfrm>
          <a:prstGeom prst="straightConnector1">
            <a:avLst/>
          </a:prstGeom>
          <a:ln>
            <a:solidFill>
              <a:srgbClr val="40AB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3EEC764-6DA8-94A9-5BC5-432AF9E46A41}"/>
              </a:ext>
            </a:extLst>
          </p:cNvPr>
          <p:cNvCxnSpPr>
            <a:cxnSpLocks/>
            <a:stCxn id="36" idx="0"/>
            <a:endCxn id="28" idx="2"/>
          </p:cNvCxnSpPr>
          <p:nvPr/>
        </p:nvCxnSpPr>
        <p:spPr>
          <a:xfrm flipV="1">
            <a:off x="4665386" y="2587213"/>
            <a:ext cx="3064613" cy="22707"/>
          </a:xfrm>
          <a:prstGeom prst="straightConnector1">
            <a:avLst/>
          </a:prstGeom>
          <a:ln>
            <a:solidFill>
              <a:srgbClr val="40AB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311">
            <a:extLst>
              <a:ext uri="{FF2B5EF4-FFF2-40B4-BE49-F238E27FC236}">
                <a16:creationId xmlns:a16="http://schemas.microsoft.com/office/drawing/2014/main" id="{5F9A8EFC-E4C9-9DB5-6FAA-D6E9238CEB78}"/>
              </a:ext>
            </a:extLst>
          </p:cNvPr>
          <p:cNvSpPr/>
          <p:nvPr/>
        </p:nvSpPr>
        <p:spPr>
          <a:xfrm>
            <a:off x="3565645" y="4892553"/>
            <a:ext cx="8097819" cy="1303966"/>
          </a:xfrm>
          <a:prstGeom prst="rect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Network &amp; OSS</a:t>
            </a:r>
            <a:endParaRPr kumimoji="0" lang="zh-CN" altLang="en-US" sz="1598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8" name="矩形 376">
            <a:extLst>
              <a:ext uri="{FF2B5EF4-FFF2-40B4-BE49-F238E27FC236}">
                <a16:creationId xmlns:a16="http://schemas.microsoft.com/office/drawing/2014/main" id="{5C9EEA36-3458-7245-0040-6291BFEA675B}"/>
              </a:ext>
            </a:extLst>
          </p:cNvPr>
          <p:cNvSpPr/>
          <p:nvPr/>
        </p:nvSpPr>
        <p:spPr>
          <a:xfrm>
            <a:off x="3995148" y="5142279"/>
            <a:ext cx="2233964" cy="817952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IP network domain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9" name="矩形 376">
            <a:extLst>
              <a:ext uri="{FF2B5EF4-FFF2-40B4-BE49-F238E27FC236}">
                <a16:creationId xmlns:a16="http://schemas.microsoft.com/office/drawing/2014/main" id="{840F0455-F182-791A-78E8-F51412990856}"/>
              </a:ext>
            </a:extLst>
          </p:cNvPr>
          <p:cNvSpPr/>
          <p:nvPr/>
        </p:nvSpPr>
        <p:spPr>
          <a:xfrm>
            <a:off x="6616677" y="5213845"/>
            <a:ext cx="2233964" cy="817952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Core  network domain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0" name="矩形 376">
            <a:extLst>
              <a:ext uri="{FF2B5EF4-FFF2-40B4-BE49-F238E27FC236}">
                <a16:creationId xmlns:a16="http://schemas.microsoft.com/office/drawing/2014/main" id="{F67308FF-9147-BF59-3F17-E1B1CA3D0D3E}"/>
              </a:ext>
            </a:extLst>
          </p:cNvPr>
          <p:cNvSpPr/>
          <p:nvPr/>
        </p:nvSpPr>
        <p:spPr>
          <a:xfrm>
            <a:off x="9200106" y="5213845"/>
            <a:ext cx="2233964" cy="817952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30B5C5">
                    <a:lumMod val="75000"/>
                  </a:srgb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RAN  network domain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30B5C5">
                  <a:lumMod val="75000"/>
                </a:srgb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5F95476-4FBE-7742-7736-EB6AF43E3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644" y="5417558"/>
            <a:ext cx="425629" cy="425629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6CABFF8B-9DCF-7502-E8DF-8AD810DCBC8D}"/>
              </a:ext>
            </a:extLst>
          </p:cNvPr>
          <p:cNvSpPr/>
          <p:nvPr/>
        </p:nvSpPr>
        <p:spPr>
          <a:xfrm>
            <a:off x="4579769" y="5575672"/>
            <a:ext cx="1444339" cy="245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IP ADN  System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7CE1BA7-7983-9AA7-4341-023ADEA8B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71" y="5489122"/>
            <a:ext cx="425629" cy="425629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8E8A9E3D-1C2C-5C18-6218-AFAF57774CFD}"/>
              </a:ext>
            </a:extLst>
          </p:cNvPr>
          <p:cNvSpPr/>
          <p:nvPr/>
        </p:nvSpPr>
        <p:spPr>
          <a:xfrm>
            <a:off x="7250673" y="5535911"/>
            <a:ext cx="14443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Core  ADN System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9CB81E06-B728-9513-EBDD-2B669C960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050" y="5481102"/>
            <a:ext cx="425629" cy="425629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2AF16CA6-ACBE-9CC2-7633-BD9671D28D57}"/>
              </a:ext>
            </a:extLst>
          </p:cNvPr>
          <p:cNvSpPr/>
          <p:nvPr/>
        </p:nvSpPr>
        <p:spPr>
          <a:xfrm>
            <a:off x="9893205" y="5535911"/>
            <a:ext cx="14443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RAN   ADN System Agent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pic>
        <p:nvPicPr>
          <p:cNvPr id="67" name="Picture 2">
            <a:extLst>
              <a:ext uri="{FF2B5EF4-FFF2-40B4-BE49-F238E27FC236}">
                <a16:creationId xmlns:a16="http://schemas.microsoft.com/office/drawing/2014/main" id="{E36FF5EF-421B-A734-59BD-18E30D8E8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985" y="3863886"/>
            <a:ext cx="496753" cy="496753"/>
          </a:xfrm>
          <a:prstGeom prst="rect">
            <a:avLst/>
          </a:prstGeom>
          <a:solidFill>
            <a:schemeClr val="tx1"/>
          </a:solidFill>
          <a:ln>
            <a:solidFill>
              <a:srgbClr val="980BD9"/>
            </a:solidFill>
          </a:ln>
        </p:spPr>
      </p:pic>
      <p:pic>
        <p:nvPicPr>
          <p:cNvPr id="69" name="Picture 68" descr="A black square with many squares&#10;&#10;AI-generated content may be incorrect.">
            <a:extLst>
              <a:ext uri="{FF2B5EF4-FFF2-40B4-BE49-F238E27FC236}">
                <a16:creationId xmlns:a16="http://schemas.microsoft.com/office/drawing/2014/main" id="{37E926E4-76DB-E581-697D-EB7D1D95CB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415" y="3687971"/>
            <a:ext cx="825001" cy="825001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D042DAB-478E-1498-559A-C7EC4649DBB6}"/>
              </a:ext>
            </a:extLst>
          </p:cNvPr>
          <p:cNvCxnSpPr>
            <a:cxnSpLocks/>
          </p:cNvCxnSpPr>
          <p:nvPr/>
        </p:nvCxnSpPr>
        <p:spPr>
          <a:xfrm>
            <a:off x="9652800" y="2596213"/>
            <a:ext cx="14437" cy="2586269"/>
          </a:xfrm>
          <a:prstGeom prst="straightConnector1">
            <a:avLst/>
          </a:prstGeom>
          <a:ln>
            <a:solidFill>
              <a:srgbClr val="40AB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CD5BB58F-FCC6-322E-CEDA-FEFA480E0F4E}"/>
              </a:ext>
            </a:extLst>
          </p:cNvPr>
          <p:cNvSpPr/>
          <p:nvPr/>
        </p:nvSpPr>
        <p:spPr>
          <a:xfrm>
            <a:off x="1826197" y="2224640"/>
            <a:ext cx="9462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6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ptos"/>
                <a:ea typeface="+mn-ea"/>
                <a:cs typeface="Arial" panose="020B0604020202020204" pitchFamily="34" charset="0"/>
              </a:rPr>
              <a:t>Impacting Problems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22710C8-BBB3-B018-1E9D-43CA41ADCA9D}"/>
              </a:ext>
            </a:extLst>
          </p:cNvPr>
          <p:cNvCxnSpPr>
            <a:cxnSpLocks/>
            <a:stCxn id="79" idx="3"/>
          </p:cNvCxnSpPr>
          <p:nvPr/>
        </p:nvCxnSpPr>
        <p:spPr>
          <a:xfrm>
            <a:off x="2772405" y="2424695"/>
            <a:ext cx="13022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10D86F4C-F94F-D460-D7E3-8C4797AA0D05}"/>
              </a:ext>
            </a:extLst>
          </p:cNvPr>
          <p:cNvSpPr/>
          <p:nvPr/>
        </p:nvSpPr>
        <p:spPr>
          <a:xfrm>
            <a:off x="4865769" y="2097573"/>
            <a:ext cx="289166" cy="289166"/>
          </a:xfrm>
          <a:prstGeom prst="ellipse">
            <a:avLst/>
          </a:prstGeom>
          <a:solidFill>
            <a:schemeClr val="bg1"/>
          </a:solidFill>
          <a:ln>
            <a:solidFill>
              <a:srgbClr val="40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0F7400C-DCE1-4E99-6369-1C1A4CF8D262}"/>
              </a:ext>
            </a:extLst>
          </p:cNvPr>
          <p:cNvSpPr/>
          <p:nvPr/>
        </p:nvSpPr>
        <p:spPr>
          <a:xfrm>
            <a:off x="7013134" y="2609920"/>
            <a:ext cx="289166" cy="289166"/>
          </a:xfrm>
          <a:prstGeom prst="ellipse">
            <a:avLst/>
          </a:prstGeom>
          <a:solidFill>
            <a:schemeClr val="bg1"/>
          </a:solidFill>
          <a:ln>
            <a:solidFill>
              <a:srgbClr val="40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F1F5010-D196-6175-F92C-0706ED08509D}"/>
              </a:ext>
            </a:extLst>
          </p:cNvPr>
          <p:cNvSpPr/>
          <p:nvPr/>
        </p:nvSpPr>
        <p:spPr>
          <a:xfrm>
            <a:off x="5196170" y="2333654"/>
            <a:ext cx="289166" cy="289166"/>
          </a:xfrm>
          <a:prstGeom prst="ellipse">
            <a:avLst/>
          </a:prstGeom>
          <a:solidFill>
            <a:schemeClr val="bg1"/>
          </a:solidFill>
          <a:ln>
            <a:solidFill>
              <a:srgbClr val="40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E441B42-E8B1-FBBB-4B1A-6DD7B9D15480}"/>
              </a:ext>
            </a:extLst>
          </p:cNvPr>
          <p:cNvSpPr/>
          <p:nvPr/>
        </p:nvSpPr>
        <p:spPr>
          <a:xfrm>
            <a:off x="9263265" y="3955888"/>
            <a:ext cx="289166" cy="289166"/>
          </a:xfrm>
          <a:prstGeom prst="ellipse">
            <a:avLst/>
          </a:prstGeom>
          <a:solidFill>
            <a:schemeClr val="bg1"/>
          </a:solidFill>
          <a:ln>
            <a:solidFill>
              <a:srgbClr val="40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2C17841-7022-58B2-B92B-8BB83BB1D6E3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7942813" y="2374399"/>
            <a:ext cx="1408066" cy="9000"/>
          </a:xfrm>
          <a:prstGeom prst="straightConnector1">
            <a:avLst/>
          </a:prstGeom>
          <a:ln>
            <a:solidFill>
              <a:srgbClr val="40AB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A8C46283-2FAA-E8BF-3178-18338477CD96}"/>
              </a:ext>
            </a:extLst>
          </p:cNvPr>
          <p:cNvSpPr/>
          <p:nvPr/>
        </p:nvSpPr>
        <p:spPr>
          <a:xfrm>
            <a:off x="8520719" y="2435127"/>
            <a:ext cx="289166" cy="289166"/>
          </a:xfrm>
          <a:prstGeom prst="ellipse">
            <a:avLst/>
          </a:prstGeom>
          <a:solidFill>
            <a:schemeClr val="bg1"/>
          </a:solidFill>
          <a:ln>
            <a:solidFill>
              <a:srgbClr val="40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97826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CC2D-5A3D-4250-FB2E-1FECAC75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4492EB-A9BB-D89F-6D01-7EA1B4D4C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Cross-Domain Service Fault Management</a:t>
            </a:r>
          </a:p>
          <a:p>
            <a:r>
              <a:rPr lang="en-US" dirty="0"/>
              <a:t>Identified A2A-T Interactions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395A85-FEF1-F794-AD11-355FBC7D5EA3}"/>
              </a:ext>
            </a:extLst>
          </p:cNvPr>
          <p:cNvSpPr txBox="1"/>
          <p:nvPr/>
        </p:nvSpPr>
        <p:spPr>
          <a:xfrm>
            <a:off x="619125" y="1662210"/>
            <a:ext cx="973455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Amdocs Impact Analysis – RADCOM Customer Business Impact Analysis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Goal: Improve visibility into which customers are affected.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Amdocs Service Impact Agent sends the RADCOM Customer Business Analysis Agent a faulty network element ID, geographical location, and/or time window.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Customer Business Analysis Agent returns a list of additional impacted accounts, including detailed context for each account.</a:t>
            </a:r>
          </a:p>
          <a:p>
            <a:pPr lvl="1"/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Amdocs Prioritization – RADCOM Customer Experience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Goal: Determine the customer’s potential priority based on real experience indicators.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Amdocs Prioritization Agent sends the Customer Experience Agent an enterprise ID or a consumer IMSI.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Customer Experience Agent provides a natural‑language summary of the customer’s recent experience for that enterprise or consumer.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Amdocs Remediation – (?)  RAN Domain Executer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Goal: Execute targeted, intent‑based remediation actions.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Amdocs Remediation Agent sends a request describing the desired remediation intent.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RAN Domain Executor translates the remediation intent into concrete, network‑level commands and executes them.</a:t>
            </a:r>
          </a:p>
        </p:txBody>
      </p:sp>
    </p:spTree>
    <p:extLst>
      <p:ext uri="{BB962C8B-B14F-4D97-AF65-F5344CB8AC3E}">
        <p14:creationId xmlns:p14="http://schemas.microsoft.com/office/powerpoint/2010/main" val="1610459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E586C6-F416-C13A-9834-0033595869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8505" y="1714097"/>
            <a:ext cx="4240799" cy="1299599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C9643-3F9E-1E1D-3553-96A443D92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F61FC-F673-2224-A4E1-3111D248D202}"/>
              </a:ext>
            </a:extLst>
          </p:cNvPr>
          <p:cNvSpPr txBox="1"/>
          <p:nvPr/>
        </p:nvSpPr>
        <p:spPr>
          <a:xfrm>
            <a:off x="933105" y="3427195"/>
            <a:ext cx="3903421" cy="717899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D0B4D"/>
              </a:buClr>
              <a:buSzTx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Contact Us via email: </a:t>
            </a:r>
            <a:endParaRPr lang="en-GB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</a:endParaRPr>
          </a:p>
          <a:p>
            <a:pPr>
              <a:spcAft>
                <a:spcPts val="1000"/>
              </a:spcAft>
              <a:buClr>
                <a:srgbClr val="0D0B4D"/>
              </a:buClr>
              <a:defRPr/>
            </a:pPr>
            <a:r>
              <a:rPr lang="en-GB" sz="2000" b="1" dirty="0">
                <a:solidFill>
                  <a:schemeClr val="bg1"/>
                </a:solidFill>
                <a:latin typeface="Aptos"/>
              </a:rPr>
              <a:t>k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evin.mcdonnell@huawei.com</a:t>
            </a:r>
            <a:endParaRPr lang="en-GB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D0B4D"/>
              </a:buClr>
              <a:buSzTx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  </a:t>
            </a:r>
            <a:endParaRPr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8519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776BB0-BC9A-F4F4-0DC5-832FB35E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CC5E4E-A5F9-97CC-7051-E6A8A9C3CC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2906" y="6620975"/>
            <a:ext cx="2394000" cy="190046"/>
          </a:xfrm>
        </p:spPr>
        <p:txBody>
          <a:bodyPr/>
          <a:lstStyle/>
          <a:p>
            <a:r>
              <a:rPr lang="en-GB" dirty="0"/>
              <a:t>Month DD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04A99-F847-FEA7-2B76-C7B922B7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561" y="6616840"/>
            <a:ext cx="4414946" cy="241160"/>
          </a:xfrm>
        </p:spPr>
        <p:txBody>
          <a:bodyPr/>
          <a:lstStyle/>
          <a:p>
            <a:r>
              <a:rPr lang="en-GB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B7E9FD-C7C5-7143-181B-63BEA2B8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F28C-E404-44CF-9F42-4614D03DA8C2}" type="slidenum">
              <a:rPr lang="en-GB" smtClean="0"/>
              <a:t>9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CE2A24-5FFA-FF72-E69B-CEF4AA4A4D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Problem Resolution (Fault)</a:t>
            </a:r>
          </a:p>
        </p:txBody>
      </p:sp>
      <p:sp>
        <p:nvSpPr>
          <p:cNvPr id="7" name="矩形 119">
            <a:extLst>
              <a:ext uri="{FF2B5EF4-FFF2-40B4-BE49-F238E27FC236}">
                <a16:creationId xmlns:a16="http://schemas.microsoft.com/office/drawing/2014/main" id="{86AB7D39-054D-94CC-FD44-87F03206AF72}"/>
              </a:ext>
            </a:extLst>
          </p:cNvPr>
          <p:cNvSpPr/>
          <p:nvPr/>
        </p:nvSpPr>
        <p:spPr>
          <a:xfrm>
            <a:off x="2424469" y="1527462"/>
            <a:ext cx="4980286" cy="936518"/>
          </a:xfrm>
          <a:prstGeom prst="rect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668"/>
            <a:r>
              <a:rPr lang="en-US" altLang="zh-CN" sz="800" b="1" kern="0" dirty="0">
                <a:solidFill>
                  <a:srgbClr val="1D1D1A"/>
                </a:solidFill>
                <a:cs typeface="Arial" panose="020B0604020202020204" pitchFamily="34" charset="0"/>
              </a:rPr>
              <a:t>Business layer</a:t>
            </a:r>
            <a:endParaRPr lang="zh-CN" altLang="en-US" sz="800" b="1" kern="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sp>
        <p:nvSpPr>
          <p:cNvPr id="15" name="矩形 118">
            <a:extLst>
              <a:ext uri="{FF2B5EF4-FFF2-40B4-BE49-F238E27FC236}">
                <a16:creationId xmlns:a16="http://schemas.microsoft.com/office/drawing/2014/main" id="{0F1EDE11-15D5-A587-B004-210F90EDCB6C}"/>
              </a:ext>
            </a:extLst>
          </p:cNvPr>
          <p:cNvSpPr/>
          <p:nvPr/>
        </p:nvSpPr>
        <p:spPr>
          <a:xfrm>
            <a:off x="2424469" y="2656430"/>
            <a:ext cx="4052070" cy="1914166"/>
          </a:xfrm>
          <a:prstGeom prst="rect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668"/>
            <a:r>
              <a:rPr lang="en-US" altLang="zh-CN" sz="800" b="1" kern="0" dirty="0">
                <a:solidFill>
                  <a:srgbClr val="1D1D1A"/>
                </a:solidFill>
                <a:cs typeface="Arial" panose="020B0604020202020204" pitchFamily="34" charset="0"/>
              </a:rPr>
              <a:t>Service layer</a:t>
            </a:r>
            <a:endParaRPr lang="zh-CN" altLang="en-US" sz="800" b="1" kern="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sp>
        <p:nvSpPr>
          <p:cNvPr id="25" name="矩形 367">
            <a:extLst>
              <a:ext uri="{FF2B5EF4-FFF2-40B4-BE49-F238E27FC236}">
                <a16:creationId xmlns:a16="http://schemas.microsoft.com/office/drawing/2014/main" id="{952CD708-EFCA-8D22-EDFC-9C55C2DFDAC5}"/>
              </a:ext>
            </a:extLst>
          </p:cNvPr>
          <p:cNvSpPr>
            <a:spLocks/>
          </p:cNvSpPr>
          <p:nvPr/>
        </p:nvSpPr>
        <p:spPr>
          <a:xfrm>
            <a:off x="2520591" y="2869079"/>
            <a:ext cx="3842761" cy="724038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D6D00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<a:noAutofit/>
          </a:bodyPr>
          <a:lstStyle/>
          <a:p>
            <a:pPr algn="r" defTabSz="912938">
              <a:defRPr/>
            </a:pPr>
            <a:r>
              <a:rPr lang="en-US" altLang="zh-CN" sz="1000" b="1" kern="0" dirty="0">
                <a:solidFill>
                  <a:srgbClr val="ED6D00">
                    <a:lumMod val="75000"/>
                  </a:srgbClr>
                </a:solidFill>
                <a:cs typeface="Arial" panose="020B0604020202020204" pitchFamily="34" charset="0"/>
              </a:rPr>
              <a:t>			Resource &amp; Service Operations</a:t>
            </a:r>
          </a:p>
        </p:txBody>
      </p:sp>
      <p:sp>
        <p:nvSpPr>
          <p:cNvPr id="31" name="矩形 367">
            <a:extLst>
              <a:ext uri="{FF2B5EF4-FFF2-40B4-BE49-F238E27FC236}">
                <a16:creationId xmlns:a16="http://schemas.microsoft.com/office/drawing/2014/main" id="{0B21DC77-08D5-B935-190F-08A25120C1A7}"/>
              </a:ext>
            </a:extLst>
          </p:cNvPr>
          <p:cNvSpPr>
            <a:spLocks/>
          </p:cNvSpPr>
          <p:nvPr/>
        </p:nvSpPr>
        <p:spPr>
          <a:xfrm>
            <a:off x="6555974" y="2656982"/>
            <a:ext cx="848767" cy="191074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35972" rIns="0" bIns="45684" numCol="1" spcCol="0" rtlCol="0" fromWordArt="0" anchor="t" anchorCtr="1" forceAA="0" compatLnSpc="1">
            <a:noAutofit/>
          </a:bodyPr>
          <a:lstStyle/>
          <a:p>
            <a:pPr algn="ctr" defTabSz="913668">
              <a:defRPr/>
            </a:pPr>
            <a:r>
              <a:rPr lang="en-US" altLang="zh-CN" sz="1000" b="1" kern="0" dirty="0">
                <a:solidFill>
                  <a:srgbClr val="C00000"/>
                </a:solidFill>
                <a:cs typeface="Arial" panose="020B0604020202020204" pitchFamily="34" charset="0"/>
              </a:rPr>
              <a:t>Agent</a:t>
            </a:r>
          </a:p>
          <a:p>
            <a:pPr algn="ctr" defTabSz="913668">
              <a:defRPr/>
            </a:pPr>
            <a:r>
              <a:rPr lang="en-US" altLang="zh-CN" sz="1000" b="1" kern="0" dirty="0">
                <a:solidFill>
                  <a:srgbClr val="C00000"/>
                </a:solidFill>
                <a:cs typeface="Arial" panose="020B0604020202020204" pitchFamily="34" charset="0"/>
              </a:rPr>
              <a:t>Registry</a:t>
            </a:r>
          </a:p>
          <a:p>
            <a:pPr algn="ctr" defTabSz="913668">
              <a:defRPr/>
            </a:pPr>
            <a:r>
              <a:rPr lang="en-US" altLang="zh-CN" sz="1000" b="1" kern="0" dirty="0">
                <a:solidFill>
                  <a:srgbClr val="C00000"/>
                </a:solidFill>
                <a:cs typeface="Arial" panose="020B0604020202020204" pitchFamily="34" charset="0"/>
              </a:rPr>
              <a:t>Center</a:t>
            </a:r>
          </a:p>
        </p:txBody>
      </p:sp>
      <p:grpSp>
        <p:nvGrpSpPr>
          <p:cNvPr id="32" name="组合 28">
            <a:extLst>
              <a:ext uri="{FF2B5EF4-FFF2-40B4-BE49-F238E27FC236}">
                <a16:creationId xmlns:a16="http://schemas.microsoft.com/office/drawing/2014/main" id="{990BCBD7-30E1-FE45-F5BF-2395962C2792}"/>
              </a:ext>
            </a:extLst>
          </p:cNvPr>
          <p:cNvGrpSpPr/>
          <p:nvPr/>
        </p:nvGrpSpPr>
        <p:grpSpPr>
          <a:xfrm>
            <a:off x="6593726" y="4080607"/>
            <a:ext cx="765464" cy="319270"/>
            <a:chOff x="5462989" y="3288140"/>
            <a:chExt cx="708212" cy="300582"/>
          </a:xfrm>
          <a:solidFill>
            <a:srgbClr val="FCC800">
              <a:lumMod val="20000"/>
              <a:lumOff val="80000"/>
            </a:srgbClr>
          </a:solidFill>
        </p:grpSpPr>
        <p:sp>
          <p:nvSpPr>
            <p:cNvPr id="33" name="矩形: 圆角 29">
              <a:extLst>
                <a:ext uri="{FF2B5EF4-FFF2-40B4-BE49-F238E27FC236}">
                  <a16:creationId xmlns:a16="http://schemas.microsoft.com/office/drawing/2014/main" id="{383E4AB2-3DE0-E232-1A31-C9F9711A3574}"/>
                </a:ext>
              </a:extLst>
            </p:cNvPr>
            <p:cNvSpPr/>
            <p:nvPr/>
          </p:nvSpPr>
          <p:spPr>
            <a:xfrm>
              <a:off x="5531719" y="3288140"/>
              <a:ext cx="639482" cy="195511"/>
            </a:xfrm>
            <a:prstGeom prst="roundRect">
              <a:avLst/>
            </a:prstGeom>
            <a:grpFill/>
            <a:ln w="6350" cap="flat" cmpd="sng" algn="ctr">
              <a:solidFill>
                <a:srgbClr val="666666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 defTabSz="913668">
                <a:defRPr/>
              </a:pPr>
              <a:endParaRPr lang="zh-CN" altLang="en-US" sz="900" kern="0" dirty="0">
                <a:solidFill>
                  <a:srgbClr val="1D1D1A"/>
                </a:solidFill>
              </a:endParaRPr>
            </a:p>
          </p:txBody>
        </p:sp>
        <p:sp>
          <p:nvSpPr>
            <p:cNvPr id="34" name="矩形: 圆角 30">
              <a:extLst>
                <a:ext uri="{FF2B5EF4-FFF2-40B4-BE49-F238E27FC236}">
                  <a16:creationId xmlns:a16="http://schemas.microsoft.com/office/drawing/2014/main" id="{AD7DCBF6-D0E2-751B-4660-45DD969B2E67}"/>
                </a:ext>
              </a:extLst>
            </p:cNvPr>
            <p:cNvSpPr/>
            <p:nvPr/>
          </p:nvSpPr>
          <p:spPr>
            <a:xfrm>
              <a:off x="5500369" y="3342242"/>
              <a:ext cx="639482" cy="195511"/>
            </a:xfrm>
            <a:prstGeom prst="roundRect">
              <a:avLst/>
            </a:prstGeom>
            <a:grpFill/>
            <a:ln w="6350" cap="flat" cmpd="sng" algn="ctr">
              <a:solidFill>
                <a:srgbClr val="666666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 defTabSz="913668">
                <a:defRPr/>
              </a:pPr>
              <a:endParaRPr lang="zh-CN" altLang="en-US" sz="900" kern="0" dirty="0">
                <a:solidFill>
                  <a:srgbClr val="1D1D1A"/>
                </a:solidFill>
              </a:endParaRPr>
            </a:p>
          </p:txBody>
        </p:sp>
        <p:sp>
          <p:nvSpPr>
            <p:cNvPr id="35" name="矩形: 圆角 31">
              <a:extLst>
                <a:ext uri="{FF2B5EF4-FFF2-40B4-BE49-F238E27FC236}">
                  <a16:creationId xmlns:a16="http://schemas.microsoft.com/office/drawing/2014/main" id="{349791FB-EAD0-6AB4-BBA2-EA7B459ECEA6}"/>
                </a:ext>
              </a:extLst>
            </p:cNvPr>
            <p:cNvSpPr/>
            <p:nvPr/>
          </p:nvSpPr>
          <p:spPr>
            <a:xfrm>
              <a:off x="5462989" y="3393211"/>
              <a:ext cx="642656" cy="195511"/>
            </a:xfrm>
            <a:prstGeom prst="roundRect">
              <a:avLst/>
            </a:prstGeom>
            <a:grpFill/>
            <a:ln w="6350" cap="flat" cmpd="sng" algn="ctr">
              <a:solidFill>
                <a:srgbClr val="666666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</a:rPr>
                <a:t>Agent Card</a:t>
              </a:r>
              <a:endParaRPr lang="zh-CN" altLang="en-US" sz="900" kern="0" dirty="0">
                <a:solidFill>
                  <a:srgbClr val="1D1D1A"/>
                </a:solidFill>
              </a:endParaRPr>
            </a:p>
          </p:txBody>
        </p:sp>
      </p:grpSp>
      <p:sp>
        <p:nvSpPr>
          <p:cNvPr id="36" name="文本框 32">
            <a:extLst>
              <a:ext uri="{FF2B5EF4-FFF2-40B4-BE49-F238E27FC236}">
                <a16:creationId xmlns:a16="http://schemas.microsoft.com/office/drawing/2014/main" id="{AAA41C21-8636-83B7-CFD1-29E93BA8318C}"/>
              </a:ext>
            </a:extLst>
          </p:cNvPr>
          <p:cNvSpPr txBox="1"/>
          <p:nvPr/>
        </p:nvSpPr>
        <p:spPr>
          <a:xfrm>
            <a:off x="6627741" y="3215575"/>
            <a:ext cx="705179" cy="179861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none" lIns="0" tIns="45684" rIns="0" bIns="45684" numCol="1" spcCol="0" rtlCol="0" fromWordArt="0" anchor="ctr" anchorCtr="1" forceAA="0" compatLnSpc="1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800" b="0" i="0" u="none" strike="noStrike" cap="none" spc="0" normalizeH="0" baseline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3668">
              <a:defRPr/>
            </a:pPr>
            <a:r>
              <a:rPr lang="en-US" altLang="zh-CN" sz="900" kern="0" dirty="0">
                <a:latin typeface="Arial"/>
              </a:rPr>
              <a:t>Registration</a:t>
            </a:r>
            <a:endParaRPr lang="zh-CN" altLang="en-US" sz="900" kern="0" dirty="0">
              <a:latin typeface="Arial"/>
            </a:endParaRPr>
          </a:p>
        </p:txBody>
      </p:sp>
      <p:sp>
        <p:nvSpPr>
          <p:cNvPr id="37" name="文本框 33">
            <a:extLst>
              <a:ext uri="{FF2B5EF4-FFF2-40B4-BE49-F238E27FC236}">
                <a16:creationId xmlns:a16="http://schemas.microsoft.com/office/drawing/2014/main" id="{C984A5F0-2B6F-62FD-3D30-432074A5FEB0}"/>
              </a:ext>
            </a:extLst>
          </p:cNvPr>
          <p:cNvSpPr txBox="1"/>
          <p:nvPr/>
        </p:nvSpPr>
        <p:spPr>
          <a:xfrm>
            <a:off x="6627740" y="3449729"/>
            <a:ext cx="705179" cy="179861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none" lIns="0" tIns="45684" rIns="0" bIns="45684" numCol="1" spcCol="0" rtlCol="0" fromWordArt="0" anchor="ctr" anchorCtr="1" forceAA="0" compatLnSpc="1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800" b="0" i="0" u="none" strike="noStrike" cap="none" spc="0" normalizeH="0" baseline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3668">
              <a:defRPr/>
            </a:pPr>
            <a:r>
              <a:rPr lang="en-US" altLang="zh-CN" sz="900" kern="0" dirty="0">
                <a:latin typeface="Arial"/>
              </a:rPr>
              <a:t>Publication</a:t>
            </a:r>
            <a:endParaRPr lang="zh-CN" altLang="en-US" sz="900" kern="0" dirty="0">
              <a:latin typeface="Arial"/>
            </a:endParaRPr>
          </a:p>
        </p:txBody>
      </p:sp>
      <p:sp>
        <p:nvSpPr>
          <p:cNvPr id="38" name="文本框 34">
            <a:extLst>
              <a:ext uri="{FF2B5EF4-FFF2-40B4-BE49-F238E27FC236}">
                <a16:creationId xmlns:a16="http://schemas.microsoft.com/office/drawing/2014/main" id="{F762E07C-1105-CFDD-3FCC-747373569B9C}"/>
              </a:ext>
            </a:extLst>
          </p:cNvPr>
          <p:cNvSpPr txBox="1"/>
          <p:nvPr/>
        </p:nvSpPr>
        <p:spPr>
          <a:xfrm>
            <a:off x="6627740" y="3683882"/>
            <a:ext cx="705179" cy="179861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none" lIns="0" tIns="45684" rIns="0" bIns="45684" numCol="1" spcCol="0" rtlCol="0" fromWordArt="0" anchor="ctr" anchorCtr="1" forceAA="0" compatLnSpc="1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800" b="0" i="0" u="none" strike="noStrike" cap="none" spc="0" normalizeH="0" baseline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3668">
              <a:defRPr/>
            </a:pPr>
            <a:r>
              <a:rPr lang="en-US" altLang="zh-CN" sz="900" kern="0" dirty="0">
                <a:latin typeface="Arial"/>
              </a:rPr>
              <a:t>Authorization</a:t>
            </a:r>
            <a:endParaRPr lang="zh-CN" altLang="en-US" sz="900" kern="0" dirty="0">
              <a:latin typeface="Arial"/>
            </a:endParaRPr>
          </a:p>
        </p:txBody>
      </p:sp>
      <p:sp>
        <p:nvSpPr>
          <p:cNvPr id="46" name="矩形 311">
            <a:extLst>
              <a:ext uri="{FF2B5EF4-FFF2-40B4-BE49-F238E27FC236}">
                <a16:creationId xmlns:a16="http://schemas.microsoft.com/office/drawing/2014/main" id="{A33744B7-BDCC-4B73-9851-4336B8829952}"/>
              </a:ext>
            </a:extLst>
          </p:cNvPr>
          <p:cNvSpPr/>
          <p:nvPr/>
        </p:nvSpPr>
        <p:spPr>
          <a:xfrm>
            <a:off x="2424468" y="4747363"/>
            <a:ext cx="4980285" cy="1759093"/>
          </a:xfrm>
          <a:prstGeom prst="rect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668">
              <a:defRPr/>
            </a:pPr>
            <a:r>
              <a:rPr lang="en-US" altLang="zh-CN" sz="800" b="1" kern="0" dirty="0">
                <a:solidFill>
                  <a:srgbClr val="1D1D1A"/>
                </a:solidFill>
                <a:cs typeface="Arial" panose="020B0604020202020204" pitchFamily="34" charset="0"/>
              </a:rPr>
              <a:t>Network layer</a:t>
            </a:r>
            <a:endParaRPr lang="zh-CN" altLang="en-US" sz="1598" kern="0" dirty="0">
              <a:solidFill>
                <a:srgbClr val="666666"/>
              </a:solidFill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7" name="矩形 376">
            <a:extLst>
              <a:ext uri="{FF2B5EF4-FFF2-40B4-BE49-F238E27FC236}">
                <a16:creationId xmlns:a16="http://schemas.microsoft.com/office/drawing/2014/main" id="{D3876516-6E3A-3241-531B-D636D78A1A7F}"/>
              </a:ext>
            </a:extLst>
          </p:cNvPr>
          <p:cNvSpPr/>
          <p:nvPr/>
        </p:nvSpPr>
        <p:spPr>
          <a:xfrm>
            <a:off x="2535952" y="4944673"/>
            <a:ext cx="2233964" cy="1465948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668">
              <a:defRPr/>
            </a:pPr>
            <a:r>
              <a:rPr lang="en-US" altLang="zh-CN" sz="1000" b="1" kern="0" dirty="0">
                <a:solidFill>
                  <a:srgbClr val="30B5C5">
                    <a:lumMod val="75000"/>
                  </a:srgbClr>
                </a:solidFill>
              </a:rPr>
              <a:t>IP network domain</a:t>
            </a:r>
            <a:endParaRPr lang="zh-CN" altLang="en-US" sz="1000" b="1" kern="0" dirty="0">
              <a:solidFill>
                <a:srgbClr val="30B5C5">
                  <a:lumMod val="75000"/>
                </a:srgbClr>
              </a:solidFill>
            </a:endParaRPr>
          </a:p>
        </p:txBody>
      </p:sp>
      <p:sp>
        <p:nvSpPr>
          <p:cNvPr id="48" name="形状">
            <a:extLst>
              <a:ext uri="{FF2B5EF4-FFF2-40B4-BE49-F238E27FC236}">
                <a16:creationId xmlns:a16="http://schemas.microsoft.com/office/drawing/2014/main" id="{E40D2353-FD8A-D4EB-942A-EBA998B6A198}"/>
              </a:ext>
            </a:extLst>
          </p:cNvPr>
          <p:cNvSpPr/>
          <p:nvPr/>
        </p:nvSpPr>
        <p:spPr>
          <a:xfrm>
            <a:off x="2792236" y="4969729"/>
            <a:ext cx="1786054" cy="8645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28" h="21034" extrusionOk="0">
                <a:moveTo>
                  <a:pt x="3340" y="8785"/>
                </a:moveTo>
                <a:cubicBezTo>
                  <a:pt x="1732" y="9232"/>
                  <a:pt x="444" y="11344"/>
                  <a:pt x="92" y="14115"/>
                </a:cubicBezTo>
                <a:cubicBezTo>
                  <a:pt x="-97" y="15603"/>
                  <a:pt x="3" y="17117"/>
                  <a:pt x="402" y="18382"/>
                </a:cubicBezTo>
                <a:cubicBezTo>
                  <a:pt x="813" y="19682"/>
                  <a:pt x="1523" y="20668"/>
                  <a:pt x="2395" y="21034"/>
                </a:cubicBezTo>
                <a:lnTo>
                  <a:pt x="19428" y="21034"/>
                </a:lnTo>
                <a:cubicBezTo>
                  <a:pt x="20407" y="20478"/>
                  <a:pt x="21126" y="19015"/>
                  <a:pt x="21291" y="17244"/>
                </a:cubicBezTo>
                <a:cubicBezTo>
                  <a:pt x="21503" y="14966"/>
                  <a:pt x="20778" y="12737"/>
                  <a:pt x="19547" y="11883"/>
                </a:cubicBezTo>
                <a:cubicBezTo>
                  <a:pt x="20090" y="9129"/>
                  <a:pt x="19406" y="6097"/>
                  <a:pt x="17934" y="4722"/>
                </a:cubicBezTo>
                <a:cubicBezTo>
                  <a:pt x="16703" y="3573"/>
                  <a:pt x="15192" y="3881"/>
                  <a:pt x="14147" y="5494"/>
                </a:cubicBezTo>
                <a:cubicBezTo>
                  <a:pt x="13009" y="1606"/>
                  <a:pt x="10571" y="-566"/>
                  <a:pt x="8111" y="128"/>
                </a:cubicBezTo>
                <a:cubicBezTo>
                  <a:pt x="6851" y="483"/>
                  <a:pt x="5729" y="1556"/>
                  <a:pt x="4885" y="3102"/>
                </a:cubicBezTo>
                <a:cubicBezTo>
                  <a:pt x="4051" y="4628"/>
                  <a:pt x="3496" y="6604"/>
                  <a:pt x="3340" y="8785"/>
                </a:cubicBezTo>
                <a:close/>
              </a:path>
            </a:pathLst>
          </a:custGeom>
          <a:gradFill flip="none" rotWithShape="1">
            <a:gsLst>
              <a:gs pos="0">
                <a:srgbClr val="666666">
                  <a:lumMod val="60000"/>
                  <a:lumOff val="40000"/>
                  <a:alpha val="40000"/>
                </a:srgbClr>
              </a:gs>
              <a:gs pos="100000">
                <a:srgbClr val="666666">
                  <a:lumMod val="60000"/>
                  <a:lumOff val="40000"/>
                  <a:alpha val="0"/>
                </a:srgbClr>
              </a:gs>
            </a:gsLst>
            <a:lin ang="5400000" scaled="0"/>
            <a:tileRect/>
          </a:gradFill>
          <a:ln w="3175">
            <a:noFill/>
            <a:miter lim="400000"/>
          </a:ln>
        </p:spPr>
        <p:txBody>
          <a:bodyPr wrap="none" lIns="25359" tIns="25359" rIns="25359" bIns="25359" anchor="ctr"/>
          <a:lstStyle/>
          <a:p>
            <a:pPr algn="ctr" defTabSz="1217263" hangingPunct="0">
              <a:defRPr sz="1400">
                <a:solidFill>
                  <a:srgbClr val="5E5E5E"/>
                </a:solidFill>
                <a:latin typeface="+mn-lt"/>
                <a:ea typeface="+mn-ea"/>
                <a:cs typeface="+mn-cs"/>
                <a:sym typeface="Huawei Sans"/>
              </a:defRPr>
            </a:pPr>
            <a:endParaRPr sz="1125" kern="0" dirty="0">
              <a:solidFill>
                <a:srgbClr val="5E5E5E"/>
              </a:solidFill>
              <a:cs typeface="Huawei Sans"/>
              <a:sym typeface="Huawei Sans"/>
            </a:endParaRPr>
          </a:p>
        </p:txBody>
      </p:sp>
      <p:sp>
        <p:nvSpPr>
          <p:cNvPr id="49" name="形状">
            <a:extLst>
              <a:ext uri="{FF2B5EF4-FFF2-40B4-BE49-F238E27FC236}">
                <a16:creationId xmlns:a16="http://schemas.microsoft.com/office/drawing/2014/main" id="{C1554A4B-41A8-5939-FE09-A5C8E1A59120}"/>
              </a:ext>
            </a:extLst>
          </p:cNvPr>
          <p:cNvSpPr/>
          <p:nvPr/>
        </p:nvSpPr>
        <p:spPr>
          <a:xfrm>
            <a:off x="5243047" y="4969729"/>
            <a:ext cx="1860313" cy="8645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28" h="21034" extrusionOk="0">
                <a:moveTo>
                  <a:pt x="3340" y="8785"/>
                </a:moveTo>
                <a:cubicBezTo>
                  <a:pt x="1732" y="9232"/>
                  <a:pt x="444" y="11344"/>
                  <a:pt x="92" y="14115"/>
                </a:cubicBezTo>
                <a:cubicBezTo>
                  <a:pt x="-97" y="15603"/>
                  <a:pt x="3" y="17117"/>
                  <a:pt x="402" y="18382"/>
                </a:cubicBezTo>
                <a:cubicBezTo>
                  <a:pt x="813" y="19682"/>
                  <a:pt x="1523" y="20668"/>
                  <a:pt x="2395" y="21034"/>
                </a:cubicBezTo>
                <a:lnTo>
                  <a:pt x="19428" y="21034"/>
                </a:lnTo>
                <a:cubicBezTo>
                  <a:pt x="20407" y="20478"/>
                  <a:pt x="21126" y="19015"/>
                  <a:pt x="21291" y="17244"/>
                </a:cubicBezTo>
                <a:cubicBezTo>
                  <a:pt x="21503" y="14966"/>
                  <a:pt x="20778" y="12737"/>
                  <a:pt x="19547" y="11883"/>
                </a:cubicBezTo>
                <a:cubicBezTo>
                  <a:pt x="20090" y="9129"/>
                  <a:pt x="19406" y="6097"/>
                  <a:pt x="17934" y="4722"/>
                </a:cubicBezTo>
                <a:cubicBezTo>
                  <a:pt x="16703" y="3573"/>
                  <a:pt x="15192" y="3881"/>
                  <a:pt x="14147" y="5494"/>
                </a:cubicBezTo>
                <a:cubicBezTo>
                  <a:pt x="13009" y="1606"/>
                  <a:pt x="10571" y="-566"/>
                  <a:pt x="8111" y="128"/>
                </a:cubicBezTo>
                <a:cubicBezTo>
                  <a:pt x="6851" y="483"/>
                  <a:pt x="5729" y="1556"/>
                  <a:pt x="4885" y="3102"/>
                </a:cubicBezTo>
                <a:cubicBezTo>
                  <a:pt x="4051" y="4628"/>
                  <a:pt x="3496" y="6604"/>
                  <a:pt x="3340" y="8785"/>
                </a:cubicBezTo>
                <a:close/>
              </a:path>
            </a:pathLst>
          </a:custGeom>
          <a:gradFill flip="none" rotWithShape="1">
            <a:gsLst>
              <a:gs pos="0">
                <a:srgbClr val="666666">
                  <a:lumMod val="60000"/>
                  <a:lumOff val="40000"/>
                  <a:alpha val="40000"/>
                </a:srgbClr>
              </a:gs>
              <a:gs pos="100000">
                <a:srgbClr val="666666">
                  <a:lumMod val="60000"/>
                  <a:lumOff val="40000"/>
                  <a:alpha val="0"/>
                </a:srgbClr>
              </a:gs>
            </a:gsLst>
            <a:lin ang="5400000" scaled="0"/>
            <a:tileRect/>
          </a:gradFill>
          <a:ln w="3175">
            <a:noFill/>
            <a:miter lim="400000"/>
          </a:ln>
        </p:spPr>
        <p:txBody>
          <a:bodyPr wrap="none" lIns="25359" tIns="25359" rIns="25359" bIns="25359" anchor="ctr"/>
          <a:lstStyle/>
          <a:p>
            <a:pPr algn="ctr" defTabSz="1217263" hangingPunct="0">
              <a:defRPr sz="1400">
                <a:solidFill>
                  <a:srgbClr val="5E5E5E"/>
                </a:solidFill>
                <a:latin typeface="+mn-lt"/>
                <a:ea typeface="+mn-ea"/>
                <a:cs typeface="+mn-cs"/>
                <a:sym typeface="Huawei Sans"/>
              </a:defRPr>
            </a:pPr>
            <a:endParaRPr sz="1125" kern="0" dirty="0">
              <a:solidFill>
                <a:srgbClr val="5E5E5E"/>
              </a:solidFill>
              <a:cs typeface="Huawei Sans"/>
              <a:sym typeface="Huawei Sans"/>
            </a:endParaRPr>
          </a:p>
        </p:txBody>
      </p:sp>
      <p:sp>
        <p:nvSpPr>
          <p:cNvPr id="50" name="矩形 46">
            <a:extLst>
              <a:ext uri="{FF2B5EF4-FFF2-40B4-BE49-F238E27FC236}">
                <a16:creationId xmlns:a16="http://schemas.microsoft.com/office/drawing/2014/main" id="{3EAA9CD9-EE92-F771-E868-B56B6EE8D80E}"/>
              </a:ext>
            </a:extLst>
          </p:cNvPr>
          <p:cNvSpPr/>
          <p:nvPr/>
        </p:nvSpPr>
        <p:spPr>
          <a:xfrm>
            <a:off x="5518577" y="5119269"/>
            <a:ext cx="237863" cy="13493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 defTabSz="913668">
              <a:defRPr/>
            </a:pPr>
            <a:endParaRPr lang="zh-CN" altLang="en-US" sz="1798" kern="0" dirty="0">
              <a:solidFill>
                <a:srgbClr val="FFFFFF"/>
              </a:solidFill>
            </a:endParaRPr>
          </a:p>
        </p:txBody>
      </p:sp>
      <p:sp>
        <p:nvSpPr>
          <p:cNvPr id="51" name="矩形 47">
            <a:extLst>
              <a:ext uri="{FF2B5EF4-FFF2-40B4-BE49-F238E27FC236}">
                <a16:creationId xmlns:a16="http://schemas.microsoft.com/office/drawing/2014/main" id="{2AD5169E-7BE5-C46F-8356-E98328FC6BF3}"/>
              </a:ext>
            </a:extLst>
          </p:cNvPr>
          <p:cNvSpPr/>
          <p:nvPr/>
        </p:nvSpPr>
        <p:spPr>
          <a:xfrm>
            <a:off x="4134318" y="5120225"/>
            <a:ext cx="237863" cy="13493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 defTabSz="913668">
              <a:defRPr/>
            </a:pPr>
            <a:endParaRPr lang="zh-CN" altLang="en-US" sz="1798" kern="0" dirty="0">
              <a:solidFill>
                <a:srgbClr val="FFFFFF"/>
              </a:solidFill>
            </a:endParaRPr>
          </a:p>
        </p:txBody>
      </p:sp>
      <p:sp>
        <p:nvSpPr>
          <p:cNvPr id="52" name="矩形 376">
            <a:extLst>
              <a:ext uri="{FF2B5EF4-FFF2-40B4-BE49-F238E27FC236}">
                <a16:creationId xmlns:a16="http://schemas.microsoft.com/office/drawing/2014/main" id="{48524D59-47B5-819E-62B1-2E385284A269}"/>
              </a:ext>
            </a:extLst>
          </p:cNvPr>
          <p:cNvSpPr/>
          <p:nvPr/>
        </p:nvSpPr>
        <p:spPr>
          <a:xfrm>
            <a:off x="4986840" y="4944673"/>
            <a:ext cx="2323190" cy="1465948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668">
              <a:defRPr/>
            </a:pPr>
            <a:r>
              <a:rPr lang="en-US" altLang="zh-CN" sz="1000" b="1" kern="0" dirty="0">
                <a:solidFill>
                  <a:srgbClr val="30B5C5">
                    <a:lumMod val="75000"/>
                  </a:srgbClr>
                </a:solidFill>
              </a:rPr>
              <a:t>RAN network domain</a:t>
            </a:r>
          </a:p>
        </p:txBody>
      </p:sp>
      <p:grpSp>
        <p:nvGrpSpPr>
          <p:cNvPr id="53" name="组合 49">
            <a:extLst>
              <a:ext uri="{FF2B5EF4-FFF2-40B4-BE49-F238E27FC236}">
                <a16:creationId xmlns:a16="http://schemas.microsoft.com/office/drawing/2014/main" id="{9C11FBBE-D934-F101-4478-498270195BD6}"/>
              </a:ext>
            </a:extLst>
          </p:cNvPr>
          <p:cNvGrpSpPr/>
          <p:nvPr/>
        </p:nvGrpSpPr>
        <p:grpSpPr>
          <a:xfrm>
            <a:off x="2612266" y="5232426"/>
            <a:ext cx="4596612" cy="690255"/>
            <a:chOff x="934009" y="4653246"/>
            <a:chExt cx="4600204" cy="951185"/>
          </a:xfrm>
        </p:grpSpPr>
        <p:sp>
          <p:nvSpPr>
            <p:cNvPr id="54" name="矩形: 圆角 50">
              <a:extLst>
                <a:ext uri="{FF2B5EF4-FFF2-40B4-BE49-F238E27FC236}">
                  <a16:creationId xmlns:a16="http://schemas.microsoft.com/office/drawing/2014/main" id="{6C5E6FAB-8390-44F6-6B8A-64A2C273960A}"/>
                </a:ext>
              </a:extLst>
            </p:cNvPr>
            <p:cNvSpPr/>
            <p:nvPr/>
          </p:nvSpPr>
          <p:spPr>
            <a:xfrm>
              <a:off x="1465820" y="4653246"/>
              <a:ext cx="1025560" cy="337582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 defTabSz="913668">
                <a:defRPr/>
              </a:pPr>
              <a:r>
                <a:rPr lang="en-US" altLang="zh-CN" sz="800" kern="0" dirty="0">
                  <a:solidFill>
                    <a:srgbClr val="1D1D1A"/>
                  </a:solidFill>
                </a:rPr>
                <a:t>IP ADN </a:t>
              </a:r>
            </a:p>
            <a:p>
              <a:pPr algn="ctr" defTabSz="913668">
                <a:defRPr/>
              </a:pPr>
              <a:r>
                <a:rPr lang="en-US" altLang="zh-CN" sz="800" kern="0" dirty="0">
                  <a:solidFill>
                    <a:srgbClr val="1D1D1A"/>
                  </a:solidFill>
                </a:rPr>
                <a:t>System Agent</a:t>
              </a:r>
              <a:endParaRPr lang="zh-CN" altLang="en-US" sz="800" kern="0" dirty="0">
                <a:solidFill>
                  <a:srgbClr val="1D1D1A"/>
                </a:solidFill>
              </a:endParaRPr>
            </a:p>
          </p:txBody>
        </p:sp>
        <p:grpSp>
          <p:nvGrpSpPr>
            <p:cNvPr id="55" name="组合 51">
              <a:extLst>
                <a:ext uri="{FF2B5EF4-FFF2-40B4-BE49-F238E27FC236}">
                  <a16:creationId xmlns:a16="http://schemas.microsoft.com/office/drawing/2014/main" id="{8EAD7DA3-D1CF-B5E9-8086-139D1E24F629}"/>
                </a:ext>
              </a:extLst>
            </p:cNvPr>
            <p:cNvGrpSpPr/>
            <p:nvPr/>
          </p:nvGrpSpPr>
          <p:grpSpPr>
            <a:xfrm>
              <a:off x="934009" y="5235099"/>
              <a:ext cx="2089180" cy="369332"/>
              <a:chOff x="1198498" y="5545325"/>
              <a:chExt cx="2089180" cy="369332"/>
            </a:xfrm>
          </p:grpSpPr>
          <p:sp>
            <p:nvSpPr>
              <p:cNvPr id="68" name="矩形: 圆角 64">
                <a:extLst>
                  <a:ext uri="{FF2B5EF4-FFF2-40B4-BE49-F238E27FC236}">
                    <a16:creationId xmlns:a16="http://schemas.microsoft.com/office/drawing/2014/main" id="{D4946425-A09F-01B8-02BD-496E2D795B56}"/>
                  </a:ext>
                </a:extLst>
              </p:cNvPr>
              <p:cNvSpPr/>
              <p:nvPr/>
            </p:nvSpPr>
            <p:spPr>
              <a:xfrm>
                <a:off x="1198498" y="5545325"/>
                <a:ext cx="401740" cy="369332"/>
              </a:xfrm>
              <a:prstGeom prst="round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12700" cap="flat" cmpd="sng" algn="ctr">
                <a:solidFill>
                  <a:srgbClr val="0084D0"/>
                </a:solidFill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Fault</a:t>
                </a:r>
              </a:p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Agent</a:t>
                </a:r>
                <a:endParaRPr lang="zh-CN" altLang="en-US" sz="800" kern="0" dirty="0">
                  <a:solidFill>
                    <a:srgbClr val="1D1D1A"/>
                  </a:solidFill>
                </a:endParaRPr>
              </a:p>
            </p:txBody>
          </p:sp>
          <p:sp>
            <p:nvSpPr>
              <p:cNvPr id="69" name="矩形: 圆角 65">
                <a:extLst>
                  <a:ext uri="{FF2B5EF4-FFF2-40B4-BE49-F238E27FC236}">
                    <a16:creationId xmlns:a16="http://schemas.microsoft.com/office/drawing/2014/main" id="{C31C9D7E-71C9-8371-623E-064EF1B792F9}"/>
                  </a:ext>
                </a:extLst>
              </p:cNvPr>
              <p:cNvSpPr/>
              <p:nvPr/>
            </p:nvSpPr>
            <p:spPr>
              <a:xfrm>
                <a:off x="1664929" y="5545325"/>
                <a:ext cx="726972" cy="369332"/>
              </a:xfrm>
              <a:prstGeom prst="round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12700" cap="flat" cmpd="sng" algn="ctr">
                <a:solidFill>
                  <a:srgbClr val="0084D0"/>
                </a:solidFill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Optimization</a:t>
                </a:r>
              </a:p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Agent</a:t>
                </a:r>
                <a:endParaRPr lang="zh-CN" altLang="en-US" sz="800" kern="0" dirty="0">
                  <a:solidFill>
                    <a:srgbClr val="1D1D1A"/>
                  </a:solidFill>
                </a:endParaRPr>
              </a:p>
            </p:txBody>
          </p:sp>
          <p:sp>
            <p:nvSpPr>
              <p:cNvPr id="70" name="矩形: 圆角 66">
                <a:extLst>
                  <a:ext uri="{FF2B5EF4-FFF2-40B4-BE49-F238E27FC236}">
                    <a16:creationId xmlns:a16="http://schemas.microsoft.com/office/drawing/2014/main" id="{483ACC49-AC7E-AB4F-6881-A48F801202F0}"/>
                  </a:ext>
                </a:extLst>
              </p:cNvPr>
              <p:cNvSpPr/>
              <p:nvPr/>
            </p:nvSpPr>
            <p:spPr>
              <a:xfrm>
                <a:off x="2456591" y="5545325"/>
                <a:ext cx="831087" cy="369332"/>
              </a:xfrm>
              <a:prstGeom prst="round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12700" cap="flat" cmpd="sng" algn="ctr">
                <a:solidFill>
                  <a:srgbClr val="0084D0"/>
                </a:solidFill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Energy Saving</a:t>
                </a:r>
              </a:p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Agent</a:t>
                </a:r>
                <a:endParaRPr lang="zh-CN" altLang="en-US" sz="800" kern="0" dirty="0">
                  <a:solidFill>
                    <a:srgbClr val="1D1D1A"/>
                  </a:solidFill>
                </a:endParaRPr>
              </a:p>
            </p:txBody>
          </p:sp>
        </p:grpSp>
        <p:cxnSp>
          <p:nvCxnSpPr>
            <p:cNvPr id="56" name="连接符: 肘形 52">
              <a:extLst>
                <a:ext uri="{FF2B5EF4-FFF2-40B4-BE49-F238E27FC236}">
                  <a16:creationId xmlns:a16="http://schemas.microsoft.com/office/drawing/2014/main" id="{246DD267-A5ED-E625-45C9-C8BE62D83EDD}"/>
                </a:ext>
              </a:extLst>
            </p:cNvPr>
            <p:cNvCxnSpPr>
              <a:cxnSpLocks/>
              <a:stCxn id="68" idx="0"/>
              <a:endCxn id="54" idx="2"/>
            </p:cNvCxnSpPr>
            <p:nvPr/>
          </p:nvCxnSpPr>
          <p:spPr>
            <a:xfrm rot="5400000" flipH="1" flipV="1">
              <a:off x="1434604" y="4691105"/>
              <a:ext cx="244271" cy="843721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cxnSp>
          <p:nvCxnSpPr>
            <p:cNvPr id="57" name="连接符: 肘形 53">
              <a:extLst>
                <a:ext uri="{FF2B5EF4-FFF2-40B4-BE49-F238E27FC236}">
                  <a16:creationId xmlns:a16="http://schemas.microsoft.com/office/drawing/2014/main" id="{59C3EB59-577A-E21B-FAF0-F006ABD813E9}"/>
                </a:ext>
              </a:extLst>
            </p:cNvPr>
            <p:cNvCxnSpPr>
              <a:cxnSpLocks/>
              <a:stCxn id="69" idx="0"/>
              <a:endCxn id="54" idx="2"/>
            </p:cNvCxnSpPr>
            <p:nvPr/>
          </p:nvCxnSpPr>
          <p:spPr>
            <a:xfrm rot="5400000" flipH="1" flipV="1">
              <a:off x="1749128" y="5005627"/>
              <a:ext cx="244271" cy="214674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cxnSp>
          <p:nvCxnSpPr>
            <p:cNvPr id="58" name="连接符: 肘形 54">
              <a:extLst>
                <a:ext uri="{FF2B5EF4-FFF2-40B4-BE49-F238E27FC236}">
                  <a16:creationId xmlns:a16="http://schemas.microsoft.com/office/drawing/2014/main" id="{4B01C348-A0CF-EFAD-01A8-3E37758E0E9D}"/>
                </a:ext>
              </a:extLst>
            </p:cNvPr>
            <p:cNvCxnSpPr>
              <a:cxnSpLocks/>
              <a:stCxn id="70" idx="0"/>
              <a:endCxn id="54" idx="2"/>
            </p:cNvCxnSpPr>
            <p:nvPr/>
          </p:nvCxnSpPr>
          <p:spPr>
            <a:xfrm rot="16200000" flipV="1">
              <a:off x="2170988" y="4798441"/>
              <a:ext cx="244271" cy="629046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sp>
          <p:nvSpPr>
            <p:cNvPr id="59" name="矩形: 圆角 55">
              <a:extLst>
                <a:ext uri="{FF2B5EF4-FFF2-40B4-BE49-F238E27FC236}">
                  <a16:creationId xmlns:a16="http://schemas.microsoft.com/office/drawing/2014/main" id="{2882FF2A-D2A6-100B-1962-5A37F6EB3C64}"/>
                </a:ext>
              </a:extLst>
            </p:cNvPr>
            <p:cNvSpPr/>
            <p:nvPr/>
          </p:nvSpPr>
          <p:spPr>
            <a:xfrm>
              <a:off x="3950778" y="4653246"/>
              <a:ext cx="1077692" cy="337582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 defTabSz="913668">
                <a:defRPr/>
              </a:pPr>
              <a:r>
                <a:rPr lang="en-US" altLang="zh-CN" sz="800" kern="0" dirty="0">
                  <a:solidFill>
                    <a:srgbClr val="1D1D1A"/>
                  </a:solidFill>
                </a:rPr>
                <a:t>Transport ADN </a:t>
              </a:r>
            </a:p>
            <a:p>
              <a:pPr algn="ctr" defTabSz="913668">
                <a:defRPr/>
              </a:pPr>
              <a:r>
                <a:rPr lang="en-US" altLang="zh-CN" sz="800" kern="0" dirty="0">
                  <a:solidFill>
                    <a:srgbClr val="1D1D1A"/>
                  </a:solidFill>
                </a:rPr>
                <a:t>System Agent</a:t>
              </a:r>
              <a:endParaRPr lang="zh-CN" altLang="en-US" sz="800" kern="0" dirty="0">
                <a:solidFill>
                  <a:srgbClr val="1D1D1A"/>
                </a:solidFill>
              </a:endParaRPr>
            </a:p>
          </p:txBody>
        </p:sp>
        <p:grpSp>
          <p:nvGrpSpPr>
            <p:cNvPr id="60" name="组合 56">
              <a:extLst>
                <a:ext uri="{FF2B5EF4-FFF2-40B4-BE49-F238E27FC236}">
                  <a16:creationId xmlns:a16="http://schemas.microsoft.com/office/drawing/2014/main" id="{83DDE984-3C23-7C71-F1DB-40066862AD61}"/>
                </a:ext>
              </a:extLst>
            </p:cNvPr>
            <p:cNvGrpSpPr/>
            <p:nvPr/>
          </p:nvGrpSpPr>
          <p:grpSpPr>
            <a:xfrm>
              <a:off x="3445033" y="5235099"/>
              <a:ext cx="2089180" cy="369332"/>
              <a:chOff x="1198498" y="5545325"/>
              <a:chExt cx="2089180" cy="369332"/>
            </a:xfrm>
          </p:grpSpPr>
          <p:sp>
            <p:nvSpPr>
              <p:cNvPr id="65" name="矩形: 圆角 61">
                <a:extLst>
                  <a:ext uri="{FF2B5EF4-FFF2-40B4-BE49-F238E27FC236}">
                    <a16:creationId xmlns:a16="http://schemas.microsoft.com/office/drawing/2014/main" id="{D459B7CD-70FD-5494-A218-731E11BD0CCE}"/>
                  </a:ext>
                </a:extLst>
              </p:cNvPr>
              <p:cNvSpPr/>
              <p:nvPr/>
            </p:nvSpPr>
            <p:spPr>
              <a:xfrm>
                <a:off x="1198498" y="5545325"/>
                <a:ext cx="401740" cy="369332"/>
              </a:xfrm>
              <a:prstGeom prst="round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12700" cap="flat" cmpd="sng" algn="ctr">
                <a:solidFill>
                  <a:srgbClr val="0084D0"/>
                </a:solidFill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Fault</a:t>
                </a:r>
              </a:p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Agent</a:t>
                </a:r>
                <a:endParaRPr lang="zh-CN" altLang="en-US" sz="800" kern="0" dirty="0">
                  <a:solidFill>
                    <a:srgbClr val="1D1D1A"/>
                  </a:solidFill>
                </a:endParaRPr>
              </a:p>
            </p:txBody>
          </p:sp>
          <p:sp>
            <p:nvSpPr>
              <p:cNvPr id="66" name="矩形: 圆角 62">
                <a:extLst>
                  <a:ext uri="{FF2B5EF4-FFF2-40B4-BE49-F238E27FC236}">
                    <a16:creationId xmlns:a16="http://schemas.microsoft.com/office/drawing/2014/main" id="{8F7F82A3-6EA2-B3AD-C34D-A9145515EA5D}"/>
                  </a:ext>
                </a:extLst>
              </p:cNvPr>
              <p:cNvSpPr/>
              <p:nvPr/>
            </p:nvSpPr>
            <p:spPr>
              <a:xfrm>
                <a:off x="1664929" y="5545325"/>
                <a:ext cx="726972" cy="369332"/>
              </a:xfrm>
              <a:prstGeom prst="round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12700" cap="flat" cmpd="sng" algn="ctr">
                <a:solidFill>
                  <a:srgbClr val="0084D0"/>
                </a:solidFill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Optimization</a:t>
                </a:r>
              </a:p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Agent</a:t>
                </a:r>
                <a:endParaRPr lang="zh-CN" altLang="en-US" sz="800" kern="0" dirty="0">
                  <a:solidFill>
                    <a:srgbClr val="1D1D1A"/>
                  </a:solidFill>
                </a:endParaRPr>
              </a:p>
            </p:txBody>
          </p:sp>
          <p:sp>
            <p:nvSpPr>
              <p:cNvPr id="67" name="矩形: 圆角 63">
                <a:extLst>
                  <a:ext uri="{FF2B5EF4-FFF2-40B4-BE49-F238E27FC236}">
                    <a16:creationId xmlns:a16="http://schemas.microsoft.com/office/drawing/2014/main" id="{070477C1-F1CC-8FB4-0B30-B6A951F2B347}"/>
                  </a:ext>
                </a:extLst>
              </p:cNvPr>
              <p:cNvSpPr/>
              <p:nvPr/>
            </p:nvSpPr>
            <p:spPr>
              <a:xfrm>
                <a:off x="2456591" y="5545325"/>
                <a:ext cx="831087" cy="369332"/>
              </a:xfrm>
              <a:prstGeom prst="round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12700" cap="flat" cmpd="sng" algn="ctr">
                <a:solidFill>
                  <a:srgbClr val="0084D0"/>
                </a:solidFill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Energy Saving</a:t>
                </a:r>
              </a:p>
              <a:p>
                <a:pPr algn="ctr" defTabSz="913668">
                  <a:defRPr/>
                </a:pPr>
                <a:r>
                  <a:rPr lang="en-US" altLang="zh-CN" sz="800" kern="0" dirty="0">
                    <a:solidFill>
                      <a:srgbClr val="1D1D1A"/>
                    </a:solidFill>
                  </a:rPr>
                  <a:t>Agent</a:t>
                </a:r>
                <a:endParaRPr lang="zh-CN" altLang="en-US" sz="800" kern="0" dirty="0">
                  <a:solidFill>
                    <a:srgbClr val="1D1D1A"/>
                  </a:solidFill>
                </a:endParaRPr>
              </a:p>
            </p:txBody>
          </p:sp>
        </p:grpSp>
        <p:cxnSp>
          <p:nvCxnSpPr>
            <p:cNvPr id="61" name="连接符: 肘形 57">
              <a:extLst>
                <a:ext uri="{FF2B5EF4-FFF2-40B4-BE49-F238E27FC236}">
                  <a16:creationId xmlns:a16="http://schemas.microsoft.com/office/drawing/2014/main" id="{661FC799-F62E-39E3-D02C-35F1BAAC839A}"/>
                </a:ext>
              </a:extLst>
            </p:cNvPr>
            <p:cNvCxnSpPr>
              <a:cxnSpLocks/>
              <a:stCxn id="65" idx="0"/>
              <a:endCxn id="59" idx="2"/>
            </p:cNvCxnSpPr>
            <p:nvPr/>
          </p:nvCxnSpPr>
          <p:spPr>
            <a:xfrm rot="5400000" flipH="1" flipV="1">
              <a:off x="3945628" y="4691105"/>
              <a:ext cx="244271" cy="843721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cxnSp>
          <p:nvCxnSpPr>
            <p:cNvPr id="62" name="连接符: 肘形 58">
              <a:extLst>
                <a:ext uri="{FF2B5EF4-FFF2-40B4-BE49-F238E27FC236}">
                  <a16:creationId xmlns:a16="http://schemas.microsoft.com/office/drawing/2014/main" id="{6E60F73D-0E65-3767-1568-D62623C199E9}"/>
                </a:ext>
              </a:extLst>
            </p:cNvPr>
            <p:cNvCxnSpPr>
              <a:cxnSpLocks/>
              <a:stCxn id="66" idx="0"/>
              <a:endCxn id="59" idx="2"/>
            </p:cNvCxnSpPr>
            <p:nvPr/>
          </p:nvCxnSpPr>
          <p:spPr>
            <a:xfrm rot="5400000" flipH="1" flipV="1">
              <a:off x="4260152" y="5005627"/>
              <a:ext cx="244271" cy="214674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cxnSp>
          <p:nvCxnSpPr>
            <p:cNvPr id="63" name="连接符: 肘形 59">
              <a:extLst>
                <a:ext uri="{FF2B5EF4-FFF2-40B4-BE49-F238E27FC236}">
                  <a16:creationId xmlns:a16="http://schemas.microsoft.com/office/drawing/2014/main" id="{4C6944F7-903A-5E29-A477-6A62ACDEC3CD}"/>
                </a:ext>
              </a:extLst>
            </p:cNvPr>
            <p:cNvCxnSpPr>
              <a:cxnSpLocks/>
              <a:stCxn id="67" idx="0"/>
              <a:endCxn id="59" idx="2"/>
            </p:cNvCxnSpPr>
            <p:nvPr/>
          </p:nvCxnSpPr>
          <p:spPr>
            <a:xfrm rot="16200000" flipV="1">
              <a:off x="4682012" y="4798441"/>
              <a:ext cx="244271" cy="629046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sp>
          <p:nvSpPr>
            <p:cNvPr id="64" name="矩形 355">
              <a:extLst>
                <a:ext uri="{FF2B5EF4-FFF2-40B4-BE49-F238E27FC236}">
                  <a16:creationId xmlns:a16="http://schemas.microsoft.com/office/drawing/2014/main" id="{45A546BA-E94E-D410-9056-2D3559E4F3A1}"/>
                </a:ext>
              </a:extLst>
            </p:cNvPr>
            <p:cNvSpPr/>
            <p:nvPr/>
          </p:nvSpPr>
          <p:spPr>
            <a:xfrm>
              <a:off x="3137002" y="4732875"/>
              <a:ext cx="135045" cy="349351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  <a:noAutofit/>
            </a:bodyPr>
            <a:lstStyle/>
            <a:p>
              <a:pPr algn="ctr" defTabSz="913668">
                <a:defRPr/>
              </a:pPr>
              <a:r>
                <a:rPr kumimoji="1" lang="en-US" altLang="zh-CN" sz="1050" kern="0" dirty="0">
                  <a:solidFill>
                    <a:srgbClr val="1D1D1A"/>
                  </a:solidFill>
                  <a:cs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71" name="组合 67">
            <a:extLst>
              <a:ext uri="{FF2B5EF4-FFF2-40B4-BE49-F238E27FC236}">
                <a16:creationId xmlns:a16="http://schemas.microsoft.com/office/drawing/2014/main" id="{08A0E464-841A-94D9-67B7-E23EFC8EA950}"/>
              </a:ext>
            </a:extLst>
          </p:cNvPr>
          <p:cNvGrpSpPr/>
          <p:nvPr/>
        </p:nvGrpSpPr>
        <p:grpSpPr>
          <a:xfrm>
            <a:off x="3143661" y="6002316"/>
            <a:ext cx="946570" cy="362327"/>
            <a:chOff x="2955657" y="5461519"/>
            <a:chExt cx="1221171" cy="378947"/>
          </a:xfrm>
          <a:solidFill>
            <a:srgbClr val="F5F5F5"/>
          </a:solidFill>
        </p:grpSpPr>
        <p:sp>
          <p:nvSpPr>
            <p:cNvPr id="72" name="矩形 362">
              <a:extLst>
                <a:ext uri="{FF2B5EF4-FFF2-40B4-BE49-F238E27FC236}">
                  <a16:creationId xmlns:a16="http://schemas.microsoft.com/office/drawing/2014/main" id="{58316B08-FF66-4CA9-B3C9-67B6830977B4}"/>
                </a:ext>
              </a:extLst>
            </p:cNvPr>
            <p:cNvSpPr/>
            <p:nvPr/>
          </p:nvSpPr>
          <p:spPr>
            <a:xfrm>
              <a:off x="3139841" y="5461519"/>
              <a:ext cx="1036987" cy="275727"/>
            </a:xfrm>
            <a:prstGeom prst="rect">
              <a:avLst/>
            </a:prstGeom>
            <a:grpFill/>
            <a:ln w="9525" cap="flat" cmpd="sng" algn="ctr">
              <a:solidFill>
                <a:srgbClr val="DDDDDD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  <a:noAutofit/>
            </a:bodyPr>
            <a:lstStyle/>
            <a:p>
              <a:pPr algn="ctr" defTabSz="913668">
                <a:defRPr/>
              </a:pPr>
              <a:r>
                <a:rPr lang="en-US" altLang="zh-CN" sz="700" kern="0" dirty="0">
                  <a:solidFill>
                    <a:srgbClr val="1D1D1A"/>
                  </a:solidFill>
                  <a:cs typeface="Arial" panose="020B0604020202020204" pitchFamily="34" charset="0"/>
                </a:rPr>
                <a:t>NE</a:t>
              </a:r>
            </a:p>
          </p:txBody>
        </p:sp>
        <p:sp>
          <p:nvSpPr>
            <p:cNvPr id="73" name="矩形 305">
              <a:extLst>
                <a:ext uri="{FF2B5EF4-FFF2-40B4-BE49-F238E27FC236}">
                  <a16:creationId xmlns:a16="http://schemas.microsoft.com/office/drawing/2014/main" id="{9F2EBB83-02F5-54E5-9C35-DD1F8F8B0A94}"/>
                </a:ext>
              </a:extLst>
            </p:cNvPr>
            <p:cNvSpPr/>
            <p:nvPr/>
          </p:nvSpPr>
          <p:spPr>
            <a:xfrm>
              <a:off x="3047057" y="5514454"/>
              <a:ext cx="1036987" cy="275727"/>
            </a:xfrm>
            <a:prstGeom prst="rect">
              <a:avLst/>
            </a:prstGeom>
            <a:grpFill/>
            <a:ln w="9525" cap="flat" cmpd="sng" algn="ctr">
              <a:solidFill>
                <a:srgbClr val="DDDDDD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  <a:noAutofit/>
            </a:bodyPr>
            <a:lstStyle/>
            <a:p>
              <a:pPr algn="ctr" defTabSz="913668">
                <a:defRPr/>
              </a:pPr>
              <a:r>
                <a:rPr lang="en-US" altLang="zh-CN" sz="700" kern="0" dirty="0">
                  <a:solidFill>
                    <a:srgbClr val="1D1D1A"/>
                  </a:solidFill>
                  <a:cs typeface="Arial" panose="020B0604020202020204" pitchFamily="34" charset="0"/>
                </a:rPr>
                <a:t>NE</a:t>
              </a:r>
            </a:p>
          </p:txBody>
        </p:sp>
        <p:sp>
          <p:nvSpPr>
            <p:cNvPr id="74" name="矩形 355">
              <a:extLst>
                <a:ext uri="{FF2B5EF4-FFF2-40B4-BE49-F238E27FC236}">
                  <a16:creationId xmlns:a16="http://schemas.microsoft.com/office/drawing/2014/main" id="{D177DB1E-28CE-5E11-E796-58E0A6668C42}"/>
                </a:ext>
              </a:extLst>
            </p:cNvPr>
            <p:cNvSpPr/>
            <p:nvPr/>
          </p:nvSpPr>
          <p:spPr>
            <a:xfrm>
              <a:off x="2955657" y="5564739"/>
              <a:ext cx="1036987" cy="275727"/>
            </a:xfrm>
            <a:prstGeom prst="rect">
              <a:avLst/>
            </a:prstGeom>
            <a:grpFill/>
            <a:ln w="9525" cap="flat" cmpd="sng" algn="ctr">
              <a:solidFill>
                <a:srgbClr val="DDDDDD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17986" rIns="0" bIns="45684" numCol="1" spcCol="0" rtlCol="0" fromWordArt="0" anchor="t" anchorCtr="1" forceAA="0" compatLnSpc="1">
              <a:noAutofit/>
            </a:bodyPr>
            <a:lstStyle/>
            <a:p>
              <a:pPr algn="ctr" defTabSz="913668">
                <a:defRPr/>
              </a:pPr>
              <a:r>
                <a:rPr lang="en-US" altLang="zh-CN" sz="700" kern="0" dirty="0">
                  <a:solidFill>
                    <a:srgbClr val="1D1D1A"/>
                  </a:solidFill>
                  <a:cs typeface="Arial" panose="020B0604020202020204" pitchFamily="34" charset="0"/>
                </a:rPr>
                <a:t>NE</a:t>
              </a:r>
            </a:p>
          </p:txBody>
        </p:sp>
        <p:sp>
          <p:nvSpPr>
            <p:cNvPr id="75" name="矩形 356">
              <a:extLst>
                <a:ext uri="{FF2B5EF4-FFF2-40B4-BE49-F238E27FC236}">
                  <a16:creationId xmlns:a16="http://schemas.microsoft.com/office/drawing/2014/main" id="{31428F51-122D-5B9B-A805-452B057D12E8}"/>
                </a:ext>
              </a:extLst>
            </p:cNvPr>
            <p:cNvSpPr/>
            <p:nvPr/>
          </p:nvSpPr>
          <p:spPr>
            <a:xfrm>
              <a:off x="3064235" y="5698421"/>
              <a:ext cx="824659" cy="109436"/>
            </a:xfrm>
            <a:prstGeom prst="rect">
              <a:avLst/>
            </a:prstGeom>
            <a:grpFill/>
            <a:ln w="9525" cap="flat" cmpd="sng" algn="ctr">
              <a:solidFill>
                <a:srgbClr val="DDDDDD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668">
                <a:defRPr/>
              </a:pPr>
              <a:r>
                <a:rPr lang="en-US" altLang="zh-CN" sz="700" kern="0" dirty="0">
                  <a:solidFill>
                    <a:srgbClr val="1D1D1A"/>
                  </a:solidFill>
                  <a:cs typeface="Arial" panose="020B0604020202020204" pitchFamily="34" charset="0"/>
                </a:rPr>
                <a:t>Site Intelligence</a:t>
              </a:r>
            </a:p>
          </p:txBody>
        </p:sp>
      </p:grpSp>
      <p:grpSp>
        <p:nvGrpSpPr>
          <p:cNvPr id="76" name="组合 72">
            <a:extLst>
              <a:ext uri="{FF2B5EF4-FFF2-40B4-BE49-F238E27FC236}">
                <a16:creationId xmlns:a16="http://schemas.microsoft.com/office/drawing/2014/main" id="{BC61B742-BDB4-CCB0-B329-A04A76DDBE7A}"/>
              </a:ext>
            </a:extLst>
          </p:cNvPr>
          <p:cNvGrpSpPr/>
          <p:nvPr/>
        </p:nvGrpSpPr>
        <p:grpSpPr>
          <a:xfrm>
            <a:off x="5715853" y="5986914"/>
            <a:ext cx="946570" cy="362327"/>
            <a:chOff x="2955657" y="5461519"/>
            <a:chExt cx="1221171" cy="378947"/>
          </a:xfrm>
          <a:solidFill>
            <a:srgbClr val="F5F5F5"/>
          </a:solidFill>
        </p:grpSpPr>
        <p:sp>
          <p:nvSpPr>
            <p:cNvPr id="77" name="矩形 362">
              <a:extLst>
                <a:ext uri="{FF2B5EF4-FFF2-40B4-BE49-F238E27FC236}">
                  <a16:creationId xmlns:a16="http://schemas.microsoft.com/office/drawing/2014/main" id="{A907E967-BF1B-864D-F6EA-7F1D5F0038DD}"/>
                </a:ext>
              </a:extLst>
            </p:cNvPr>
            <p:cNvSpPr/>
            <p:nvPr/>
          </p:nvSpPr>
          <p:spPr>
            <a:xfrm>
              <a:off x="3139841" y="5461519"/>
              <a:ext cx="1036987" cy="275727"/>
            </a:xfrm>
            <a:prstGeom prst="rect">
              <a:avLst/>
            </a:prstGeom>
            <a:grpFill/>
            <a:ln w="9525" cap="flat" cmpd="sng" algn="ctr">
              <a:solidFill>
                <a:srgbClr val="DDDDDD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  <a:noAutofit/>
            </a:bodyPr>
            <a:lstStyle/>
            <a:p>
              <a:pPr algn="ctr" defTabSz="913668">
                <a:defRPr/>
              </a:pPr>
              <a:r>
                <a:rPr lang="en-US" altLang="zh-CN" sz="700" kern="0" dirty="0">
                  <a:solidFill>
                    <a:srgbClr val="1D1D1A"/>
                  </a:solidFill>
                  <a:cs typeface="Arial" panose="020B0604020202020204" pitchFamily="34" charset="0"/>
                </a:rPr>
                <a:t>NE</a:t>
              </a:r>
            </a:p>
          </p:txBody>
        </p:sp>
        <p:sp>
          <p:nvSpPr>
            <p:cNvPr id="78" name="矩形 305">
              <a:extLst>
                <a:ext uri="{FF2B5EF4-FFF2-40B4-BE49-F238E27FC236}">
                  <a16:creationId xmlns:a16="http://schemas.microsoft.com/office/drawing/2014/main" id="{E3332968-03AF-A4C7-CE95-0CCA14A15138}"/>
                </a:ext>
              </a:extLst>
            </p:cNvPr>
            <p:cNvSpPr/>
            <p:nvPr/>
          </p:nvSpPr>
          <p:spPr>
            <a:xfrm>
              <a:off x="3047057" y="5514454"/>
              <a:ext cx="1036987" cy="275727"/>
            </a:xfrm>
            <a:prstGeom prst="rect">
              <a:avLst/>
            </a:prstGeom>
            <a:grpFill/>
            <a:ln w="9525" cap="flat" cmpd="sng" algn="ctr">
              <a:solidFill>
                <a:srgbClr val="DDDDDD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  <a:noAutofit/>
            </a:bodyPr>
            <a:lstStyle/>
            <a:p>
              <a:pPr algn="ctr" defTabSz="913668">
                <a:defRPr/>
              </a:pPr>
              <a:r>
                <a:rPr lang="en-US" altLang="zh-CN" sz="700" kern="0" dirty="0">
                  <a:solidFill>
                    <a:srgbClr val="1D1D1A"/>
                  </a:solidFill>
                  <a:cs typeface="Arial" panose="020B0604020202020204" pitchFamily="34" charset="0"/>
                </a:rPr>
                <a:t>NE</a:t>
              </a:r>
            </a:p>
          </p:txBody>
        </p:sp>
        <p:sp>
          <p:nvSpPr>
            <p:cNvPr id="79" name="矩形 355">
              <a:extLst>
                <a:ext uri="{FF2B5EF4-FFF2-40B4-BE49-F238E27FC236}">
                  <a16:creationId xmlns:a16="http://schemas.microsoft.com/office/drawing/2014/main" id="{F66CE7DC-21ED-A38B-D092-4C0527A0A64B}"/>
                </a:ext>
              </a:extLst>
            </p:cNvPr>
            <p:cNvSpPr/>
            <p:nvPr/>
          </p:nvSpPr>
          <p:spPr>
            <a:xfrm>
              <a:off x="2955657" y="5564739"/>
              <a:ext cx="1036987" cy="275727"/>
            </a:xfrm>
            <a:prstGeom prst="rect">
              <a:avLst/>
            </a:prstGeom>
            <a:grpFill/>
            <a:ln w="9525" cap="flat" cmpd="sng" algn="ctr">
              <a:solidFill>
                <a:srgbClr val="DDDDDD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17986" rIns="0" bIns="45684" numCol="1" spcCol="0" rtlCol="0" fromWordArt="0" anchor="t" anchorCtr="1" forceAA="0" compatLnSpc="1">
              <a:noAutofit/>
            </a:bodyPr>
            <a:lstStyle/>
            <a:p>
              <a:pPr algn="ctr" defTabSz="913668">
                <a:defRPr/>
              </a:pPr>
              <a:r>
                <a:rPr lang="en-US" altLang="zh-CN" sz="700" kern="0" dirty="0">
                  <a:solidFill>
                    <a:srgbClr val="1D1D1A"/>
                  </a:solidFill>
                  <a:cs typeface="Arial" panose="020B0604020202020204" pitchFamily="34" charset="0"/>
                </a:rPr>
                <a:t>NE</a:t>
              </a:r>
            </a:p>
          </p:txBody>
        </p:sp>
        <p:sp>
          <p:nvSpPr>
            <p:cNvPr id="80" name="矩形 356">
              <a:extLst>
                <a:ext uri="{FF2B5EF4-FFF2-40B4-BE49-F238E27FC236}">
                  <a16:creationId xmlns:a16="http://schemas.microsoft.com/office/drawing/2014/main" id="{354CE14D-5A9B-62AD-07AB-0CA0F815A4F4}"/>
                </a:ext>
              </a:extLst>
            </p:cNvPr>
            <p:cNvSpPr/>
            <p:nvPr/>
          </p:nvSpPr>
          <p:spPr>
            <a:xfrm>
              <a:off x="3064235" y="5698421"/>
              <a:ext cx="824659" cy="109436"/>
            </a:xfrm>
            <a:prstGeom prst="rect">
              <a:avLst/>
            </a:prstGeom>
            <a:grpFill/>
            <a:ln w="9525" cap="flat" cmpd="sng" algn="ctr">
              <a:solidFill>
                <a:srgbClr val="DDDDDD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668">
                <a:defRPr/>
              </a:pPr>
              <a:r>
                <a:rPr lang="en-US" altLang="zh-CN" sz="700" kern="0" dirty="0">
                  <a:solidFill>
                    <a:srgbClr val="1D1D1A"/>
                  </a:solidFill>
                  <a:cs typeface="Arial" panose="020B0604020202020204" pitchFamily="34" charset="0"/>
                </a:rPr>
                <a:t>Site Intelligence</a:t>
              </a:r>
            </a:p>
          </p:txBody>
        </p:sp>
      </p:grpSp>
      <p:sp>
        <p:nvSpPr>
          <p:cNvPr id="81" name="矩形 355">
            <a:extLst>
              <a:ext uri="{FF2B5EF4-FFF2-40B4-BE49-F238E27FC236}">
                <a16:creationId xmlns:a16="http://schemas.microsoft.com/office/drawing/2014/main" id="{CAAB1464-9138-DEAA-FBD0-CC111C0A1E0F}"/>
              </a:ext>
            </a:extLst>
          </p:cNvPr>
          <p:cNvSpPr/>
          <p:nvPr/>
        </p:nvSpPr>
        <p:spPr>
          <a:xfrm>
            <a:off x="6879006" y="3818408"/>
            <a:ext cx="201423" cy="200332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45684" rIns="0" bIns="45684" numCol="1" spcCol="0" rtlCol="0" fromWordArt="0" anchor="ctr" anchorCtr="1" forceAA="0" compatLnSpc="1">
            <a:noAutofit/>
          </a:bodyPr>
          <a:lstStyle/>
          <a:p>
            <a:pPr algn="ctr" defTabSz="913668">
              <a:defRPr/>
            </a:pPr>
            <a:r>
              <a:rPr kumimoji="1" lang="en-US" altLang="zh-CN" sz="1000" dirty="0">
                <a:solidFill>
                  <a:srgbClr val="1D1D1A"/>
                </a:solidFill>
                <a:cs typeface="Arial" panose="020B0604020202020204" pitchFamily="34" charset="0"/>
              </a:rPr>
              <a:t>…</a:t>
            </a:r>
          </a:p>
        </p:txBody>
      </p:sp>
      <p:sp>
        <p:nvSpPr>
          <p:cNvPr id="87" name="文本框 88">
            <a:extLst>
              <a:ext uri="{FF2B5EF4-FFF2-40B4-BE49-F238E27FC236}">
                <a16:creationId xmlns:a16="http://schemas.microsoft.com/office/drawing/2014/main" id="{46D6F245-A269-25E8-939B-2AC4669F04D0}"/>
              </a:ext>
            </a:extLst>
          </p:cNvPr>
          <p:cNvSpPr txBox="1"/>
          <p:nvPr/>
        </p:nvSpPr>
        <p:spPr>
          <a:xfrm>
            <a:off x="4290934" y="4516482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46">
              <a:defRPr/>
            </a:pPr>
            <a:r>
              <a:rPr lang="en-US" altLang="zh-CN" sz="1100" b="1" kern="0" dirty="0">
                <a:solidFill>
                  <a:srgbClr val="C00000"/>
                </a:solidFill>
              </a:rPr>
              <a:t>A2A-T</a:t>
            </a:r>
            <a:endParaRPr lang="zh-CN" altLang="en-US" sz="1100" b="1" kern="0" dirty="0">
              <a:solidFill>
                <a:srgbClr val="C00000"/>
              </a:solidFill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34CE9228-9A79-2D41-11E5-163485258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343" y="2886299"/>
            <a:ext cx="548447" cy="548447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770976AD-D16E-38AA-1EE4-11A3EA9B01E7}"/>
              </a:ext>
            </a:extLst>
          </p:cNvPr>
          <p:cNvSpPr/>
          <p:nvPr/>
        </p:nvSpPr>
        <p:spPr>
          <a:xfrm>
            <a:off x="2126869" y="3383330"/>
            <a:ext cx="17599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kumimoji="1" lang="en-US" altLang="zh-CN" sz="1200" dirty="0">
                <a:solidFill>
                  <a:srgbClr val="1D1D1A"/>
                </a:solidFill>
                <a:cs typeface="Arial" panose="020B0604020202020204" pitchFamily="34" charset="0"/>
              </a:rPr>
              <a:t>Prioritization</a:t>
            </a:r>
            <a:endParaRPr kumimoji="1" lang="zh-CN" altLang="en-US" sz="120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sp>
        <p:nvSpPr>
          <p:cNvPr id="94" name="矩形 367">
            <a:extLst>
              <a:ext uri="{FF2B5EF4-FFF2-40B4-BE49-F238E27FC236}">
                <a16:creationId xmlns:a16="http://schemas.microsoft.com/office/drawing/2014/main" id="{5ABBF4C3-2D6C-5D79-6F15-23A9FBAE567B}"/>
              </a:ext>
            </a:extLst>
          </p:cNvPr>
          <p:cNvSpPr>
            <a:spLocks/>
          </p:cNvSpPr>
          <p:nvPr/>
        </p:nvSpPr>
        <p:spPr>
          <a:xfrm>
            <a:off x="2518414" y="3755672"/>
            <a:ext cx="3850887" cy="773954"/>
          </a:xfrm>
          <a:prstGeom prst="rect">
            <a:avLst/>
          </a:prstGeom>
          <a:noFill/>
          <a:ln w="9525" cap="flat" cmpd="sng" algn="ctr">
            <a:solidFill>
              <a:srgbClr val="DDDDDD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45684" rIns="0" bIns="45684" numCol="1" spcCol="0" rtlCol="0" fromWordArt="0" anchor="t" anchorCtr="1" forceAA="0" compatLnSpc="1">
            <a:noAutofit/>
          </a:bodyPr>
          <a:lstStyle/>
          <a:p>
            <a:pPr defTabSz="912938">
              <a:defRPr/>
            </a:pPr>
            <a:r>
              <a:rPr lang="en-US" altLang="zh-CN" sz="1000" kern="0" dirty="0">
                <a:solidFill>
                  <a:srgbClr val="1D1D1A"/>
                </a:solidFill>
                <a:cs typeface="Arial" panose="020B0604020202020204" pitchFamily="34" charset="0"/>
              </a:rPr>
              <a:t>			Digital Twin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7591058-5101-1F40-5EFD-678AF7F90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471" y="3877948"/>
            <a:ext cx="548447" cy="548447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80DD2D7E-EA26-8397-C647-ECAB4E727F6F}"/>
              </a:ext>
            </a:extLst>
          </p:cNvPr>
          <p:cNvSpPr/>
          <p:nvPr/>
        </p:nvSpPr>
        <p:spPr>
          <a:xfrm>
            <a:off x="2446533" y="4314727"/>
            <a:ext cx="161583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kumimoji="1" lang="en-US" altLang="zh-CN" sz="1200" dirty="0">
                <a:solidFill>
                  <a:srgbClr val="1D1D1A"/>
                </a:solidFill>
                <a:cs typeface="Arial" panose="020B0604020202020204" pitchFamily="34" charset="0"/>
              </a:rPr>
              <a:t>Topology</a:t>
            </a:r>
            <a:endParaRPr kumimoji="1" lang="zh-CN" altLang="en-US" sz="120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DBAE574A-649D-52F1-FF2D-79257E25B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75" y="3878640"/>
            <a:ext cx="548447" cy="548447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B4DE42F4-B565-B329-C778-8AC2FE844848}"/>
              </a:ext>
            </a:extLst>
          </p:cNvPr>
          <p:cNvSpPr/>
          <p:nvPr/>
        </p:nvSpPr>
        <p:spPr>
          <a:xfrm>
            <a:off x="3310597" y="4315989"/>
            <a:ext cx="161583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kumimoji="1" lang="en-US" altLang="zh-CN" sz="1200" dirty="0">
                <a:solidFill>
                  <a:srgbClr val="1D1D1A"/>
                </a:solidFill>
                <a:cs typeface="Arial" panose="020B0604020202020204" pitchFamily="34" charset="0"/>
              </a:rPr>
              <a:t>RCA</a:t>
            </a:r>
            <a:endParaRPr kumimoji="1" lang="zh-CN" altLang="en-US" sz="120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sp>
        <p:nvSpPr>
          <p:cNvPr id="103" name="文本框 88">
            <a:extLst>
              <a:ext uri="{FF2B5EF4-FFF2-40B4-BE49-F238E27FC236}">
                <a16:creationId xmlns:a16="http://schemas.microsoft.com/office/drawing/2014/main" id="{830ACD09-610F-4673-D447-A3D89C8787A6}"/>
              </a:ext>
            </a:extLst>
          </p:cNvPr>
          <p:cNvSpPr txBox="1"/>
          <p:nvPr/>
        </p:nvSpPr>
        <p:spPr>
          <a:xfrm>
            <a:off x="4097072" y="3540071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46">
              <a:defRPr/>
            </a:pPr>
            <a:r>
              <a:rPr lang="en-US" altLang="zh-CN" sz="1100" b="1" kern="0" dirty="0">
                <a:solidFill>
                  <a:srgbClr val="C00000"/>
                </a:solidFill>
              </a:rPr>
              <a:t>A2A-T</a:t>
            </a:r>
            <a:endParaRPr lang="zh-CN" altLang="en-US" sz="1100" b="1" kern="0" dirty="0">
              <a:solidFill>
                <a:srgbClr val="C00000"/>
              </a:solidFill>
            </a:endParaRPr>
          </a:p>
        </p:txBody>
      </p:sp>
      <p:sp>
        <p:nvSpPr>
          <p:cNvPr id="104" name="文本框 88">
            <a:extLst>
              <a:ext uri="{FF2B5EF4-FFF2-40B4-BE49-F238E27FC236}">
                <a16:creationId xmlns:a16="http://schemas.microsoft.com/office/drawing/2014/main" id="{33076A5D-304A-31C5-C877-E3D9C04F052C}"/>
              </a:ext>
            </a:extLst>
          </p:cNvPr>
          <p:cNvSpPr txBox="1"/>
          <p:nvPr/>
        </p:nvSpPr>
        <p:spPr>
          <a:xfrm>
            <a:off x="4397012" y="2433262"/>
            <a:ext cx="5405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46">
              <a:defRPr/>
            </a:pPr>
            <a:r>
              <a:rPr lang="en-US" altLang="zh-CN" sz="1100" b="1" kern="0" dirty="0">
                <a:solidFill>
                  <a:srgbClr val="C00000"/>
                </a:solidFill>
              </a:rPr>
              <a:t>A2A-T</a:t>
            </a:r>
            <a:endParaRPr lang="zh-CN" altLang="en-US" sz="1100" b="1" kern="0" dirty="0">
              <a:solidFill>
                <a:srgbClr val="C00000"/>
              </a:solidFill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FF95FE8-88EF-0421-5A27-D469BE0853E1}"/>
              </a:ext>
            </a:extLst>
          </p:cNvPr>
          <p:cNvCxnSpPr/>
          <p:nvPr/>
        </p:nvCxnSpPr>
        <p:spPr>
          <a:xfrm>
            <a:off x="7473820" y="1555213"/>
            <a:ext cx="0" cy="4809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19">
            <a:extLst>
              <a:ext uri="{FF2B5EF4-FFF2-40B4-BE49-F238E27FC236}">
                <a16:creationId xmlns:a16="http://schemas.microsoft.com/office/drawing/2014/main" id="{C249B57A-3381-1438-3E97-F9FDAB6526CA}"/>
              </a:ext>
            </a:extLst>
          </p:cNvPr>
          <p:cNvSpPr/>
          <p:nvPr/>
        </p:nvSpPr>
        <p:spPr>
          <a:xfrm>
            <a:off x="7668128" y="1527462"/>
            <a:ext cx="1867753" cy="936518"/>
          </a:xfrm>
          <a:prstGeom prst="rect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668"/>
            <a:r>
              <a:rPr lang="en-US" altLang="zh-CN" sz="800" b="1" kern="0" dirty="0">
                <a:solidFill>
                  <a:srgbClr val="1D1D1A"/>
                </a:solidFill>
                <a:cs typeface="Arial" panose="020B0604020202020204" pitchFamily="34" charset="0"/>
              </a:rPr>
              <a:t>ID Verification Provider</a:t>
            </a:r>
            <a:endParaRPr lang="zh-CN" altLang="en-US" sz="800" b="1" kern="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30B620BA-E59F-987D-3BCC-460086EC5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111" y="1665769"/>
            <a:ext cx="548447" cy="548447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27D19AEA-F43D-7CFB-DAD8-8D547DE150FA}"/>
              </a:ext>
            </a:extLst>
          </p:cNvPr>
          <p:cNvSpPr/>
          <p:nvPr/>
        </p:nvSpPr>
        <p:spPr>
          <a:xfrm>
            <a:off x="7692112" y="2109411"/>
            <a:ext cx="17599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kumimoji="1" lang="en-US" altLang="zh-CN" sz="1200" dirty="0">
                <a:solidFill>
                  <a:srgbClr val="1D1D1A"/>
                </a:solidFill>
                <a:cs typeface="Arial" panose="020B0604020202020204" pitchFamily="34" charset="0"/>
              </a:rPr>
              <a:t>External Agent</a:t>
            </a:r>
            <a:endParaRPr kumimoji="1" lang="zh-CN" altLang="en-US" sz="120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C62F242-5676-A4FD-B5F2-B90B0C6C6B7F}"/>
              </a:ext>
            </a:extLst>
          </p:cNvPr>
          <p:cNvCxnSpPr/>
          <p:nvPr/>
        </p:nvCxnSpPr>
        <p:spPr>
          <a:xfrm>
            <a:off x="10026766" y="1555213"/>
            <a:ext cx="0" cy="4809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9">
            <a:extLst>
              <a:ext uri="{FF2B5EF4-FFF2-40B4-BE49-F238E27FC236}">
                <a16:creationId xmlns:a16="http://schemas.microsoft.com/office/drawing/2014/main" id="{FC42148D-8367-C57A-8DC9-F1663FC35D97}"/>
              </a:ext>
            </a:extLst>
          </p:cNvPr>
          <p:cNvSpPr/>
          <p:nvPr/>
        </p:nvSpPr>
        <p:spPr>
          <a:xfrm>
            <a:off x="10183829" y="2603553"/>
            <a:ext cx="1867753" cy="936518"/>
          </a:xfrm>
          <a:prstGeom prst="rect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35972" tIns="45684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3668"/>
            <a:r>
              <a:rPr lang="en-US" altLang="zh-CN" sz="800" b="1" kern="0" dirty="0">
                <a:solidFill>
                  <a:srgbClr val="1D1D1A"/>
                </a:solidFill>
                <a:cs typeface="Arial" panose="020B0604020202020204" pitchFamily="34" charset="0"/>
              </a:rPr>
              <a:t>Fiber Wholesaler</a:t>
            </a:r>
            <a:endParaRPr lang="zh-CN" altLang="en-US" sz="800" b="1" kern="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B08FE079-7F67-FC9E-BC05-82A641853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3812" y="2741860"/>
            <a:ext cx="548447" cy="548447"/>
          </a:xfrm>
          <a:prstGeom prst="rect">
            <a:avLst/>
          </a:prstGeom>
        </p:spPr>
      </p:pic>
      <p:sp>
        <p:nvSpPr>
          <p:cNvPr id="116" name="Rectangle 115">
            <a:extLst>
              <a:ext uri="{FF2B5EF4-FFF2-40B4-BE49-F238E27FC236}">
                <a16:creationId xmlns:a16="http://schemas.microsoft.com/office/drawing/2014/main" id="{1FC58725-DD8B-4748-8B6C-187E93C1D450}"/>
              </a:ext>
            </a:extLst>
          </p:cNvPr>
          <p:cNvSpPr/>
          <p:nvPr/>
        </p:nvSpPr>
        <p:spPr>
          <a:xfrm>
            <a:off x="10207813" y="3185502"/>
            <a:ext cx="17599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kumimoji="1" lang="en-US" altLang="zh-CN" sz="1200" dirty="0">
                <a:solidFill>
                  <a:srgbClr val="1D1D1A"/>
                </a:solidFill>
                <a:cs typeface="Arial" panose="020B0604020202020204" pitchFamily="34" charset="0"/>
              </a:rPr>
              <a:t>External Agent</a:t>
            </a:r>
            <a:endParaRPr kumimoji="1" lang="zh-CN" altLang="en-US" sz="120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BEDDB0C-0C5D-FE1B-5AE1-94D2BA9FDE9E}"/>
              </a:ext>
            </a:extLst>
          </p:cNvPr>
          <p:cNvCxnSpPr/>
          <p:nvPr/>
        </p:nvCxnSpPr>
        <p:spPr>
          <a:xfrm>
            <a:off x="2173501" y="1507133"/>
            <a:ext cx="0" cy="4809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0EC0ADF-D6C7-CD31-26FE-A6F36D77E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268" y="3884456"/>
            <a:ext cx="548447" cy="54844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870823-0599-AD21-1889-0945461B4B64}"/>
              </a:ext>
            </a:extLst>
          </p:cNvPr>
          <p:cNvSpPr/>
          <p:nvPr/>
        </p:nvSpPr>
        <p:spPr>
          <a:xfrm>
            <a:off x="4159728" y="4321690"/>
            <a:ext cx="161583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kumimoji="1" lang="en-US" altLang="zh-CN" sz="1200" dirty="0">
                <a:solidFill>
                  <a:srgbClr val="1D1D1A"/>
                </a:solidFill>
                <a:cs typeface="Arial" panose="020B0604020202020204" pitchFamily="34" charset="0"/>
              </a:rPr>
              <a:t>Impact</a:t>
            </a:r>
            <a:endParaRPr kumimoji="1" lang="zh-CN" altLang="en-US" sz="120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2C0798-ED1B-8C13-9811-5B8F5A7E1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853" y="2902524"/>
            <a:ext cx="548447" cy="54844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DEDC35-661E-4C66-EB62-EDD86A741BC0}"/>
              </a:ext>
            </a:extLst>
          </p:cNvPr>
          <p:cNvSpPr/>
          <p:nvPr/>
        </p:nvSpPr>
        <p:spPr>
          <a:xfrm>
            <a:off x="3207728" y="3371282"/>
            <a:ext cx="17599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kumimoji="1" lang="en-US" altLang="zh-CN" sz="1200" dirty="0">
                <a:solidFill>
                  <a:srgbClr val="1D1D1A"/>
                </a:solidFill>
                <a:cs typeface="Arial" panose="020B0604020202020204" pitchFamily="34" charset="0"/>
              </a:rPr>
              <a:t>Recommendation</a:t>
            </a:r>
            <a:endParaRPr kumimoji="1" lang="zh-CN" altLang="en-US" sz="120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E2C11B-1128-A4E5-3AF5-E0A22DD08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086" y="3871108"/>
            <a:ext cx="548447" cy="54844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D0CC86E-AF32-5894-2D33-B4B8036AF0ED}"/>
              </a:ext>
            </a:extLst>
          </p:cNvPr>
          <p:cNvSpPr/>
          <p:nvPr/>
        </p:nvSpPr>
        <p:spPr>
          <a:xfrm>
            <a:off x="4956363" y="4326964"/>
            <a:ext cx="16158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kumimoji="1" lang="en-US" altLang="zh-CN" sz="1200" dirty="0">
                <a:solidFill>
                  <a:srgbClr val="1D1D1A"/>
                </a:solidFill>
                <a:cs typeface="Arial" panose="020B0604020202020204" pitchFamily="34" charset="0"/>
              </a:rPr>
              <a:t>Customer</a:t>
            </a:r>
          </a:p>
          <a:p>
            <a:pPr algn="ctr" defTabSz="913668">
              <a:defRPr/>
            </a:pPr>
            <a:r>
              <a:rPr kumimoji="1" lang="en-US" altLang="zh-CN" sz="1200" dirty="0">
                <a:solidFill>
                  <a:srgbClr val="1D1D1A"/>
                </a:solidFill>
                <a:cs typeface="Arial" panose="020B0604020202020204" pitchFamily="34" charset="0"/>
              </a:rPr>
              <a:t> Experience</a:t>
            </a:r>
            <a:endParaRPr kumimoji="1" lang="zh-CN" altLang="en-US" sz="120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605D76-256B-9753-7EFE-AC66FEA2B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166" y="2864757"/>
            <a:ext cx="548447" cy="54844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A2F238C-CD91-824B-E794-6AA859BB5F09}"/>
              </a:ext>
            </a:extLst>
          </p:cNvPr>
          <p:cNvSpPr/>
          <p:nvPr/>
        </p:nvSpPr>
        <p:spPr>
          <a:xfrm>
            <a:off x="4541728" y="3352475"/>
            <a:ext cx="17599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kumimoji="1" lang="en-US" altLang="zh-CN" sz="1200" dirty="0">
                <a:solidFill>
                  <a:srgbClr val="1D1D1A"/>
                </a:solidFill>
                <a:cs typeface="Arial" panose="020B0604020202020204" pitchFamily="34" charset="0"/>
              </a:rPr>
              <a:t>Complaint Handling</a:t>
            </a:r>
            <a:endParaRPr kumimoji="1" lang="zh-CN" altLang="en-US" sz="1200" dirty="0">
              <a:solidFill>
                <a:srgbClr val="1D1D1A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60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 Forum Theme Colours">
      <a:dk1>
        <a:sysClr val="windowText" lastClr="000000"/>
      </a:dk1>
      <a:lt1>
        <a:sysClr val="window" lastClr="FFFFFF"/>
      </a:lt1>
      <a:dk2>
        <a:srgbClr val="0D0B4D"/>
      </a:dk2>
      <a:lt2>
        <a:srgbClr val="E7E6E6"/>
      </a:lt2>
      <a:accent1>
        <a:srgbClr val="ED003B"/>
      </a:accent1>
      <a:accent2>
        <a:srgbClr val="FF4200"/>
      </a:accent2>
      <a:accent3>
        <a:srgbClr val="00B671"/>
      </a:accent3>
      <a:accent4>
        <a:srgbClr val="980BD9"/>
      </a:accent4>
      <a:accent5>
        <a:srgbClr val="39C5E5"/>
      </a:accent5>
      <a:accent6>
        <a:srgbClr val="F4059D"/>
      </a:accent6>
      <a:hlink>
        <a:srgbClr val="002060"/>
      </a:hlink>
      <a:folHlink>
        <a:srgbClr val="FF0043"/>
      </a:folHlink>
    </a:clrScheme>
    <a:fontScheme name="DWT Theme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Template_2025_Catalysts" id="{DFCC4742-9A81-A547-AFD9-0357961E3FAA}" vid="{E3208EB3-7425-8C4A-B266-DDDAE6647B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68801504154C4F9E8BF4E56E76FBC1" ma:contentTypeVersion="11" ma:contentTypeDescription="Create a new document." ma:contentTypeScope="" ma:versionID="997597acb64a503e189faf38d7319683">
  <xsd:schema xmlns:xsd="http://www.w3.org/2001/XMLSchema" xmlns:xs="http://www.w3.org/2001/XMLSchema" xmlns:p="http://schemas.microsoft.com/office/2006/metadata/properties" xmlns:ns2="94008fd3-b537-4411-a89b-cf5b12e655aa" xmlns:ns3="50a2e15d-c978-461f-9009-db73363369d6" targetNamespace="http://schemas.microsoft.com/office/2006/metadata/properties" ma:root="true" ma:fieldsID="b577a486f710de21fd9d90451b32db53" ns2:_="" ns3:_="">
    <xsd:import namespace="94008fd3-b537-4411-a89b-cf5b12e655aa"/>
    <xsd:import namespace="50a2e15d-c978-461f-9009-db73363369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08fd3-b537-4411-a89b-cf5b12e655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6c21206-e962-4e70-b7c6-9737299e2f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2e15d-c978-461f-9009-db73363369d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61e7a08-8203-457c-9ed7-f5fd7b376889}" ma:internalName="TaxCatchAll" ma:showField="CatchAllData" ma:web="50a2e15d-c978-461f-9009-db7336336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008fd3-b537-4411-a89b-cf5b12e655aa">
      <Terms xmlns="http://schemas.microsoft.com/office/infopath/2007/PartnerControls"/>
    </lcf76f155ced4ddcb4097134ff3c332f>
    <TaxCatchAll xmlns="50a2e15d-c978-461f-9009-db73363369d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8C3DC6-6BEA-411A-970E-6773F350A9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008fd3-b537-4411-a89b-cf5b12e655aa"/>
    <ds:schemaRef ds:uri="50a2e15d-c978-461f-9009-db73363369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05F9C6-6A59-4FE2-8A3F-86E550107FCB}">
  <ds:schemaRefs>
    <ds:schemaRef ds:uri="http://schemas.microsoft.com/office/infopath/2007/PartnerControls"/>
    <ds:schemaRef ds:uri="469c2687-3c75-4a4b-ba1c-5f013cf06c9c"/>
    <ds:schemaRef ds:uri="http://www.w3.org/XML/1998/namespace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24f24ae2-3cf6-4b35-b751-689285a5b18b"/>
    <ds:schemaRef ds:uri="94008fd3-b537-4411-a89b-cf5b12e655aa"/>
    <ds:schemaRef ds:uri="50a2e15d-c978-461f-9009-db73363369d6"/>
  </ds:schemaRefs>
</ds:datastoreItem>
</file>

<file path=customXml/itemProps3.xml><?xml version="1.0" encoding="utf-8"?>
<ds:datastoreItem xmlns:ds="http://schemas.openxmlformats.org/officeDocument/2006/customXml" ds:itemID="{A4171890-8493-42C9-8574-95E77CD7141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c5f6f8d-6dc6-40f6-becc-7ae321123747}" enabled="0" method="" siteId="{8c5f6f8d-6dc6-40f6-becc-7ae321123747}" removed="1"/>
  <clbl:label id="{c8eca3ca-1276-46d5-9d9d-a0f2a028920f}" enabled="0" method="" siteId="{c8eca3ca-1276-46d5-9d9d-a0f2a028920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33720</TotalTime>
  <Words>542</Words>
  <Application>Microsoft Office PowerPoint</Application>
  <PresentationFormat>Widescreen</PresentationFormat>
  <Paragraphs>169</Paragraphs>
  <Slides>9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等线</vt:lpstr>
      <vt:lpstr>Aptos</vt:lpstr>
      <vt:lpstr>Aptos Light</vt:lpstr>
      <vt:lpstr>Arial</vt:lpstr>
      <vt:lpstr>Huawei Sans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McDonnell</dc:creator>
  <cp:lastModifiedBy>Yuval Stein</cp:lastModifiedBy>
  <cp:revision>132</cp:revision>
  <dcterms:created xsi:type="dcterms:W3CDTF">2025-07-30T12:52:58Z</dcterms:created>
  <dcterms:modified xsi:type="dcterms:W3CDTF">2026-03-26T07:00:27Z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0x0101009468801504154C4F9E8BF4E56E76FBC1</vt:lpwstr>
  </property>
  <property fmtid="{D5CDD505-2E9C-101B-9397-08002B2CF9AE}" pid="3" name="MediaServiceImageTags">
    <vt:lpwstr/>
  </property>
</Properties>
</file>